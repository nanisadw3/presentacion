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drawings/drawing2.xml" ContentType="application/vnd.openxmlformats-officedocument.drawingml.chartshapes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3.xml" ContentType="application/vnd.openxmlformats-officedocument.drawingml.chart+xml"/>
  <Override PartName="/ppt/theme/themeOverride11.xml" ContentType="application/vnd.openxmlformats-officedocument.themeOverride+xml"/>
  <Override PartName="/ppt/charts/chart14.xml" ContentType="application/vnd.openxmlformats-officedocument.drawingml.chart+xml"/>
  <Override PartName="/ppt/theme/themeOverride12.xml" ContentType="application/vnd.openxmlformats-officedocument.themeOverride+xml"/>
  <Override PartName="/ppt/charts/chart15.xml" ContentType="application/vnd.openxmlformats-officedocument.drawingml.chart+xml"/>
  <Override PartName="/ppt/theme/themeOverride13.xml" ContentType="application/vnd.openxmlformats-officedocument.themeOverride+xml"/>
  <Override PartName="/ppt/charts/chart16.xml" ContentType="application/vnd.openxmlformats-officedocument.drawingml.chart+xml"/>
  <Override PartName="/ppt/theme/themeOverride14.xml" ContentType="application/vnd.openxmlformats-officedocument.themeOverride+xml"/>
  <Override PartName="/ppt/charts/chart17.xml" ContentType="application/vnd.openxmlformats-officedocument.drawingml.chart+xml"/>
  <Override PartName="/ppt/theme/themeOverride15.xml" ContentType="application/vnd.openxmlformats-officedocument.themeOverride+xml"/>
  <Override PartName="/ppt/charts/chart18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9.xml" ContentType="application/vnd.openxmlformats-officedocument.drawingml.chart+xml"/>
  <Override PartName="/ppt/theme/themeOverride16.xml" ContentType="application/vnd.openxmlformats-officedocument.themeOverride+xml"/>
  <Override PartName="/ppt/charts/chart20.xml" ContentType="application/vnd.openxmlformats-officedocument.drawingml.chart+xml"/>
  <Override PartName="/ppt/theme/themeOverride17.xml" ContentType="application/vnd.openxmlformats-officedocument.themeOverride+xml"/>
  <Override PartName="/ppt/charts/chart21.xml" ContentType="application/vnd.openxmlformats-officedocument.drawingml.chart+xml"/>
  <Override PartName="/ppt/theme/themeOverride18.xml" ContentType="application/vnd.openxmlformats-officedocument.themeOverride+xml"/>
  <Override PartName="/ppt/charts/chart22.xml" ContentType="application/vnd.openxmlformats-officedocument.drawingml.chart+xml"/>
  <Override PartName="/ppt/theme/themeOverride19.xml" ContentType="application/vnd.openxmlformats-officedocument.themeOverride+xml"/>
  <Override PartName="/ppt/charts/chart23.xml" ContentType="application/vnd.openxmlformats-officedocument.drawingml.chart+xml"/>
  <Override PartName="/ppt/theme/themeOverride20.xml" ContentType="application/vnd.openxmlformats-officedocument.themeOverride+xml"/>
  <Override PartName="/ppt/charts/chart2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25.xml" ContentType="application/vnd.openxmlformats-officedocument.drawingml.chart+xml"/>
  <Override PartName="/ppt/theme/themeOverride21.xml" ContentType="application/vnd.openxmlformats-officedocument.themeOverride+xml"/>
  <Override PartName="/ppt/charts/chart26.xml" ContentType="application/vnd.openxmlformats-officedocument.drawingml.chart+xml"/>
  <Override PartName="/ppt/theme/themeOverride22.xml" ContentType="application/vnd.openxmlformats-officedocument.themeOverride+xml"/>
  <Override PartName="/ppt/charts/chart27.xml" ContentType="application/vnd.openxmlformats-officedocument.drawingml.chart+xml"/>
  <Override PartName="/ppt/theme/themeOverride23.xml" ContentType="application/vnd.openxmlformats-officedocument.themeOverride+xml"/>
  <Override PartName="/ppt/charts/chart28.xml" ContentType="application/vnd.openxmlformats-officedocument.drawingml.chart+xml"/>
  <Override PartName="/ppt/theme/themeOverride24.xml" ContentType="application/vnd.openxmlformats-officedocument.themeOverride+xml"/>
  <Override PartName="/ppt/charts/chart29.xml" ContentType="application/vnd.openxmlformats-officedocument.drawingml.chart+xml"/>
  <Override PartName="/ppt/theme/themeOverride25.xml" ContentType="application/vnd.openxmlformats-officedocument.themeOverride+xml"/>
  <Override PartName="/ppt/charts/chart30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31.xml" ContentType="application/vnd.openxmlformats-officedocument.drawingml.chart+xml"/>
  <Override PartName="/ppt/theme/themeOverride26.xml" ContentType="application/vnd.openxmlformats-officedocument.themeOverride+xml"/>
  <Override PartName="/ppt/charts/chart32.xml" ContentType="application/vnd.openxmlformats-officedocument.drawingml.chart+xml"/>
  <Override PartName="/ppt/theme/themeOverride27.xml" ContentType="application/vnd.openxmlformats-officedocument.themeOverride+xml"/>
  <Override PartName="/ppt/charts/chart33.xml" ContentType="application/vnd.openxmlformats-officedocument.drawingml.chart+xml"/>
  <Override PartName="/ppt/theme/themeOverride28.xml" ContentType="application/vnd.openxmlformats-officedocument.themeOverride+xml"/>
  <Override PartName="/ppt/charts/chart34.xml" ContentType="application/vnd.openxmlformats-officedocument.drawingml.chart+xml"/>
  <Override PartName="/ppt/theme/themeOverride29.xml" ContentType="application/vnd.openxmlformats-officedocument.themeOverride+xml"/>
  <Override PartName="/ppt/charts/chart35.xml" ContentType="application/vnd.openxmlformats-officedocument.drawingml.chart+xml"/>
  <Override PartName="/ppt/theme/themeOverride30.xml" ContentType="application/vnd.openxmlformats-officedocument.themeOverride+xml"/>
  <Override PartName="/ppt/charts/chart3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37.xml" ContentType="application/vnd.openxmlformats-officedocument.drawingml.chart+xml"/>
  <Override PartName="/ppt/theme/themeOverride31.xml" ContentType="application/vnd.openxmlformats-officedocument.themeOverride+xml"/>
  <Override PartName="/ppt/charts/chart38.xml" ContentType="application/vnd.openxmlformats-officedocument.drawingml.chart+xml"/>
  <Override PartName="/ppt/theme/themeOverride32.xml" ContentType="application/vnd.openxmlformats-officedocument.themeOverride+xml"/>
  <Override PartName="/ppt/charts/chart39.xml" ContentType="application/vnd.openxmlformats-officedocument.drawingml.chart+xml"/>
  <Override PartName="/ppt/theme/themeOverride33.xml" ContentType="application/vnd.openxmlformats-officedocument.themeOverride+xml"/>
  <Override PartName="/ppt/charts/chart40.xml" ContentType="application/vnd.openxmlformats-officedocument.drawingml.chart+xml"/>
  <Override PartName="/ppt/theme/themeOverride34.xml" ContentType="application/vnd.openxmlformats-officedocument.themeOverride+xml"/>
  <Override PartName="/ppt/charts/chart41.xml" ContentType="application/vnd.openxmlformats-officedocument.drawingml.chart+xml"/>
  <Override PartName="/ppt/theme/themeOverride35.xml" ContentType="application/vnd.openxmlformats-officedocument.themeOverride+xml"/>
  <Override PartName="/ppt/charts/chart42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43.xml" ContentType="application/vnd.openxmlformats-officedocument.drawingml.chart+xml"/>
  <Override PartName="/ppt/theme/themeOverride36.xml" ContentType="application/vnd.openxmlformats-officedocument.themeOverride+xml"/>
  <Override PartName="/ppt/charts/chart44.xml" ContentType="application/vnd.openxmlformats-officedocument.drawingml.chart+xml"/>
  <Override PartName="/ppt/theme/themeOverride37.xml" ContentType="application/vnd.openxmlformats-officedocument.themeOverride+xml"/>
  <Override PartName="/ppt/charts/chart45.xml" ContentType="application/vnd.openxmlformats-officedocument.drawingml.chart+xml"/>
  <Override PartName="/ppt/theme/themeOverride38.xml" ContentType="application/vnd.openxmlformats-officedocument.themeOverride+xml"/>
  <Override PartName="/ppt/charts/chart46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47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0"/>
  </p:notesMasterIdLst>
  <p:sldIdLst>
    <p:sldId id="273" r:id="rId5"/>
    <p:sldId id="258" r:id="rId6"/>
    <p:sldId id="275" r:id="rId7"/>
    <p:sldId id="261" r:id="rId8"/>
    <p:sldId id="262" r:id="rId9"/>
    <p:sldId id="263" r:id="rId10"/>
    <p:sldId id="264" r:id="rId11"/>
    <p:sldId id="321" r:id="rId12"/>
    <p:sldId id="307" r:id="rId13"/>
    <p:sldId id="276" r:id="rId14"/>
    <p:sldId id="277" r:id="rId15"/>
    <p:sldId id="278" r:id="rId16"/>
    <p:sldId id="279" r:id="rId17"/>
    <p:sldId id="314" r:id="rId18"/>
    <p:sldId id="308" r:id="rId19"/>
    <p:sldId id="280" r:id="rId20"/>
    <p:sldId id="281" r:id="rId21"/>
    <p:sldId id="282" r:id="rId22"/>
    <p:sldId id="283" r:id="rId23"/>
    <p:sldId id="284" r:id="rId24"/>
    <p:sldId id="315" r:id="rId25"/>
    <p:sldId id="309" r:id="rId26"/>
    <p:sldId id="285" r:id="rId27"/>
    <p:sldId id="286" r:id="rId28"/>
    <p:sldId id="287" r:id="rId29"/>
    <p:sldId id="288" r:id="rId30"/>
    <p:sldId id="323" r:id="rId31"/>
    <p:sldId id="316" r:id="rId32"/>
    <p:sldId id="310" r:id="rId33"/>
    <p:sldId id="289" r:id="rId34"/>
    <p:sldId id="290" r:id="rId35"/>
    <p:sldId id="291" r:id="rId36"/>
    <p:sldId id="292" r:id="rId37"/>
    <p:sldId id="293" r:id="rId38"/>
    <p:sldId id="317" r:id="rId39"/>
    <p:sldId id="311" r:id="rId40"/>
    <p:sldId id="294" r:id="rId41"/>
    <p:sldId id="295" r:id="rId42"/>
    <p:sldId id="296" r:id="rId43"/>
    <p:sldId id="297" r:id="rId44"/>
    <p:sldId id="298" r:id="rId45"/>
    <p:sldId id="318" r:id="rId46"/>
    <p:sldId id="312" r:id="rId47"/>
    <p:sldId id="299" r:id="rId48"/>
    <p:sldId id="300" r:id="rId49"/>
    <p:sldId id="301" r:id="rId50"/>
    <p:sldId id="302" r:id="rId51"/>
    <p:sldId id="303" r:id="rId52"/>
    <p:sldId id="319" r:id="rId53"/>
    <p:sldId id="313" r:id="rId54"/>
    <p:sldId id="304" r:id="rId55"/>
    <p:sldId id="305" r:id="rId56"/>
    <p:sldId id="306" r:id="rId57"/>
    <p:sldId id="320" r:id="rId58"/>
    <p:sldId id="322" r:id="rId5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C4F"/>
    <a:srgbClr val="691932"/>
    <a:srgbClr val="B7903D"/>
    <a:srgbClr val="EDD8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52269-88E7-4927-9994-FBB8BBDC72FD}" v="64" dt="2026-08-07T03:13:40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ez Silva Hugo Enrique" userId="7883d643-5869-4de9-9b1d-7e26bc4b2096" providerId="ADAL" clId="{0B594936-30B2-4AED-B84C-B59DD0C46458}"/>
    <pc:docChg chg="modSld">
      <pc:chgData name="Hernandez Silva Hugo Enrique" userId="7883d643-5869-4de9-9b1d-7e26bc4b2096" providerId="ADAL" clId="{0B594936-30B2-4AED-B84C-B59DD0C46458}" dt="2026-08-07T02:42:43.199" v="34" actId="27918"/>
      <pc:docMkLst>
        <pc:docMk/>
      </pc:docMkLst>
      <pc:sldChg chg="modSp mod">
        <pc:chgData name="Hernandez Silva Hugo Enrique" userId="7883d643-5869-4de9-9b1d-7e26bc4b2096" providerId="ADAL" clId="{0B594936-30B2-4AED-B84C-B59DD0C46458}" dt="2026-08-07T02:42:43.199" v="34" actId="27918"/>
        <pc:sldMkLst>
          <pc:docMk/>
          <pc:sldMk cId="0" sldId="258"/>
        </pc:sldMkLst>
      </pc:sldChg>
    </pc:docChg>
  </pc:docChgLst>
  <pc:docChgLst>
    <pc:chgData name="Merino Perez Leonardo" userId="c7b432ed-5d90-4481-ac21-8e79645c8bc3" providerId="ADAL" clId="{6071734F-54EA-4A33-BC14-BFF62097CFA4}"/>
    <pc:docChg chg="modSld">
      <pc:chgData name="Merino Perez Leonardo" userId="c7b432ed-5d90-4481-ac21-8e79645c8bc3" providerId="ADAL" clId="{6071734F-54EA-4A33-BC14-BFF62097CFA4}" dt="2026-08-07T03:13:40.330" v="62" actId="27918"/>
      <pc:docMkLst>
        <pc:docMk/>
      </pc:docMkLst>
      <pc:sldChg chg="mod">
        <pc:chgData name="Merino Perez Leonardo" userId="c7b432ed-5d90-4481-ac21-8e79645c8bc3" providerId="ADAL" clId="{6071734F-54EA-4A33-BC14-BFF62097CFA4}" dt="2026-08-07T02:57:26.646" v="14" actId="27918"/>
        <pc:sldMkLst>
          <pc:docMk/>
          <pc:sldMk cId="1237789836" sldId="314"/>
        </pc:sldMkLst>
      </pc:sldChg>
      <pc:sldChg chg="mod">
        <pc:chgData name="Merino Perez Leonardo" userId="c7b432ed-5d90-4481-ac21-8e79645c8bc3" providerId="ADAL" clId="{6071734F-54EA-4A33-BC14-BFF62097CFA4}" dt="2026-08-07T03:03:17.933" v="21" actId="27918"/>
        <pc:sldMkLst>
          <pc:docMk/>
          <pc:sldMk cId="1002524122" sldId="315"/>
        </pc:sldMkLst>
      </pc:sldChg>
      <pc:sldChg chg="mod">
        <pc:chgData name="Merino Perez Leonardo" userId="c7b432ed-5d90-4481-ac21-8e79645c8bc3" providerId="ADAL" clId="{6071734F-54EA-4A33-BC14-BFF62097CFA4}" dt="2026-08-07T03:04:31.039" v="28" actId="27918"/>
        <pc:sldMkLst>
          <pc:docMk/>
          <pc:sldMk cId="1067854762" sldId="316"/>
        </pc:sldMkLst>
      </pc:sldChg>
      <pc:sldChg chg="mod">
        <pc:chgData name="Merino Perez Leonardo" userId="c7b432ed-5d90-4481-ac21-8e79645c8bc3" providerId="ADAL" clId="{6071734F-54EA-4A33-BC14-BFF62097CFA4}" dt="2026-08-07T03:06:12.071" v="36" actId="27918"/>
        <pc:sldMkLst>
          <pc:docMk/>
          <pc:sldMk cId="1669935349" sldId="317"/>
        </pc:sldMkLst>
      </pc:sldChg>
      <pc:sldChg chg="mod">
        <pc:chgData name="Merino Perez Leonardo" userId="c7b432ed-5d90-4481-ac21-8e79645c8bc3" providerId="ADAL" clId="{6071734F-54EA-4A33-BC14-BFF62097CFA4}" dt="2026-08-07T03:08:27.396" v="43" actId="27918"/>
        <pc:sldMkLst>
          <pc:docMk/>
          <pc:sldMk cId="2645534302" sldId="318"/>
        </pc:sldMkLst>
      </pc:sldChg>
      <pc:sldChg chg="mod">
        <pc:chgData name="Merino Perez Leonardo" userId="c7b432ed-5d90-4481-ac21-8e79645c8bc3" providerId="ADAL" clId="{6071734F-54EA-4A33-BC14-BFF62097CFA4}" dt="2026-08-07T03:10:53.708" v="50" actId="27918"/>
        <pc:sldMkLst>
          <pc:docMk/>
          <pc:sldMk cId="2602073457" sldId="319"/>
        </pc:sldMkLst>
      </pc:sldChg>
      <pc:sldChg chg="mod">
        <pc:chgData name="Merino Perez Leonardo" userId="c7b432ed-5d90-4481-ac21-8e79645c8bc3" providerId="ADAL" clId="{6071734F-54EA-4A33-BC14-BFF62097CFA4}" dt="2026-08-07T03:12:31.372" v="57" actId="27918"/>
        <pc:sldMkLst>
          <pc:docMk/>
          <pc:sldMk cId="973127017" sldId="320"/>
        </pc:sldMkLst>
      </pc:sldChg>
      <pc:sldChg chg="mod">
        <pc:chgData name="Merino Perez Leonardo" userId="c7b432ed-5d90-4481-ac21-8e79645c8bc3" providerId="ADAL" clId="{6071734F-54EA-4A33-BC14-BFF62097CFA4}" dt="2026-08-07T02:56:23.382" v="7" actId="27918"/>
        <pc:sldMkLst>
          <pc:docMk/>
          <pc:sldMk cId="4116399915" sldId="321"/>
        </pc:sldMkLst>
      </pc:sldChg>
      <pc:sldChg chg="mod">
        <pc:chgData name="Merino Perez Leonardo" userId="c7b432ed-5d90-4481-ac21-8e79645c8bc3" providerId="ADAL" clId="{6071734F-54EA-4A33-BC14-BFF62097CFA4}" dt="2026-08-07T03:13:40.330" v="62" actId="27918"/>
        <pc:sldMkLst>
          <pc:docMk/>
          <pc:sldMk cId="637052311" sldId="32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2.xml"/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7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8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9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11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2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13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5.xlsx"/><Relationship Id="rId1" Type="http://schemas.openxmlformats.org/officeDocument/2006/relationships/themeOverride" Target="../theme/themeOverride14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6.xlsx"/><Relationship Id="rId1" Type="http://schemas.openxmlformats.org/officeDocument/2006/relationships/themeOverride" Target="../theme/themeOverride1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8.xlsx"/><Relationship Id="rId1" Type="http://schemas.openxmlformats.org/officeDocument/2006/relationships/themeOverride" Target="../theme/themeOverride16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9.xlsx"/><Relationship Id="rId1" Type="http://schemas.openxmlformats.org/officeDocument/2006/relationships/themeOverride" Target="../theme/themeOverride17.xml"/></Relationships>
</file>

<file path=ppt/charts/_rels/chart2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0.xlsx"/><Relationship Id="rId1" Type="http://schemas.openxmlformats.org/officeDocument/2006/relationships/themeOverride" Target="../theme/themeOverride18.xml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1.xlsx"/><Relationship Id="rId1" Type="http://schemas.openxmlformats.org/officeDocument/2006/relationships/themeOverride" Target="../theme/themeOverride19.xml"/></Relationships>
</file>

<file path=ppt/charts/_rels/chart2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2.xlsx"/><Relationship Id="rId1" Type="http://schemas.openxmlformats.org/officeDocument/2006/relationships/themeOverride" Target="../theme/themeOverride20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2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4.xlsx"/><Relationship Id="rId1" Type="http://schemas.openxmlformats.org/officeDocument/2006/relationships/themeOverride" Target="../theme/themeOverride21.xml"/></Relationships>
</file>

<file path=ppt/charts/_rels/chart2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5.xlsx"/><Relationship Id="rId1" Type="http://schemas.openxmlformats.org/officeDocument/2006/relationships/themeOverride" Target="../theme/themeOverride22.xml"/></Relationships>
</file>

<file path=ppt/charts/_rels/chart2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6.xlsx"/><Relationship Id="rId1" Type="http://schemas.openxmlformats.org/officeDocument/2006/relationships/themeOverride" Target="../theme/themeOverride23.xml"/></Relationships>
</file>

<file path=ppt/charts/_rels/chart2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7.xlsx"/><Relationship Id="rId1" Type="http://schemas.openxmlformats.org/officeDocument/2006/relationships/themeOverride" Target="../theme/themeOverride24.xml"/></Relationships>
</file>

<file path=ppt/charts/_rels/chart2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8.xlsx"/><Relationship Id="rId1" Type="http://schemas.openxmlformats.org/officeDocument/2006/relationships/themeOverride" Target="../theme/themeOverride25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3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0.xlsx"/><Relationship Id="rId1" Type="http://schemas.openxmlformats.org/officeDocument/2006/relationships/themeOverride" Target="../theme/themeOverride26.xml"/></Relationships>
</file>

<file path=ppt/charts/_rels/chart3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1.xlsx"/><Relationship Id="rId1" Type="http://schemas.openxmlformats.org/officeDocument/2006/relationships/themeOverride" Target="../theme/themeOverride27.xml"/></Relationships>
</file>

<file path=ppt/charts/_rels/chart3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2.xlsx"/><Relationship Id="rId1" Type="http://schemas.openxmlformats.org/officeDocument/2006/relationships/themeOverride" Target="../theme/themeOverride28.xml"/></Relationships>
</file>

<file path=ppt/charts/_rels/chart3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3.xlsx"/><Relationship Id="rId1" Type="http://schemas.openxmlformats.org/officeDocument/2006/relationships/themeOverride" Target="../theme/themeOverride29.xml"/></Relationships>
</file>

<file path=ppt/charts/_rels/chart3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4.xlsx"/><Relationship Id="rId1" Type="http://schemas.openxmlformats.org/officeDocument/2006/relationships/themeOverride" Target="../theme/themeOverride30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3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6.xlsx"/><Relationship Id="rId1" Type="http://schemas.openxmlformats.org/officeDocument/2006/relationships/themeOverride" Target="../theme/themeOverride31.xml"/></Relationships>
</file>

<file path=ppt/charts/_rels/chart3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7.xlsx"/><Relationship Id="rId1" Type="http://schemas.openxmlformats.org/officeDocument/2006/relationships/themeOverride" Target="../theme/themeOverride32.xml"/></Relationships>
</file>

<file path=ppt/charts/_rels/chart3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8.xlsx"/><Relationship Id="rId1" Type="http://schemas.openxmlformats.org/officeDocument/2006/relationships/themeOverride" Target="../theme/themeOverride33.xml"/></Relationships>
</file>

<file path=ppt/charts/_rels/chart4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9.xlsx"/><Relationship Id="rId1" Type="http://schemas.openxmlformats.org/officeDocument/2006/relationships/themeOverride" Target="../theme/themeOverride34.xml"/></Relationships>
</file>

<file path=ppt/charts/_rels/chart4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0.xlsx"/><Relationship Id="rId1" Type="http://schemas.openxmlformats.org/officeDocument/2006/relationships/themeOverride" Target="../theme/themeOverride35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4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2.xlsx"/><Relationship Id="rId1" Type="http://schemas.openxmlformats.org/officeDocument/2006/relationships/themeOverride" Target="../theme/themeOverride36.xml"/></Relationships>
</file>

<file path=ppt/charts/_rels/chart4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3.xlsx"/><Relationship Id="rId1" Type="http://schemas.openxmlformats.org/officeDocument/2006/relationships/themeOverride" Target="../theme/themeOverride37.xml"/></Relationships>
</file>

<file path=ppt/charts/_rels/chart4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4.xlsx"/><Relationship Id="rId1" Type="http://schemas.openxmlformats.org/officeDocument/2006/relationships/themeOverride" Target="../theme/themeOverride38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5279816169979258E-2"/>
          <c:y val="4.9524025005446892E-2"/>
          <c:w val="0.96256923370708214"/>
          <c:h val="0.866633609971124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8AA4-4734-96A9-E73428F82ABB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8AA4-4734-96A9-E73428F82ABB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8AA4-4734-96A9-E73428F82ABB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8AA4-4734-96A9-E73428F82ABB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8AA4-4734-96A9-E73428F82ABB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8AA4-4734-96A9-E73428F82ABB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FC09-4A24-AB5B-9A84C3E64B6C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FC09-4A24-AB5B-9A84C3E64B6C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8AA4-4734-96A9-E73428F82ABB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FC09-4A24-AB5B-9A84C3E64B6C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FC09-4A24-AB5B-9A84C3E64B6C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FC09-4A24-AB5B-9A84C3E64B6C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8AA4-4734-96A9-E73428F82ABB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8AA4-4734-96A9-E73428F82ABB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FC09-4A24-AB5B-9A84C3E64B6C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8AA4-4734-96A9-E73428F82ABB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FC09-4A24-AB5B-9A84C3E64B6C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96FE-45AC-BE33-BACE09F9F80E}"/>
              </c:ext>
            </c:extLst>
          </c:dPt>
          <c:dLbls>
            <c:dLbl>
              <c:idx val="0"/>
              <c:layout>
                <c:manualLayout>
                  <c:x val="5.6734452051849351E-3"/>
                  <c:y val="1.0508636630583561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A4-4734-96A9-E73428F82ABB}"/>
                </c:ext>
              </c:extLst>
            </c:dLbl>
            <c:dLbl>
              <c:idx val="1"/>
              <c:layout>
                <c:manualLayout>
                  <c:x val="-1.3001495067501693E-17"/>
                  <c:y val="-1.0508636630583663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A4-4734-96A9-E73428F82ABB}"/>
                </c:ext>
              </c:extLst>
            </c:dLbl>
            <c:dLbl>
              <c:idx val="2"/>
              <c:layout>
                <c:manualLayout>
                  <c:x val="-2.8367226025925001E-3"/>
                  <c:y val="-5.2543183152917831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A4-4734-96A9-E73428F82ABB}"/>
                </c:ext>
              </c:extLst>
            </c:dLbl>
            <c:dLbl>
              <c:idx val="3"/>
              <c:layout>
                <c:manualLayout>
                  <c:x val="-2.836722602592474E-3"/>
                  <c:y val="1.3135795788229458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AA4-4734-96A9-E73428F82ABB}"/>
                </c:ext>
              </c:extLst>
            </c:dLbl>
            <c:dLbl>
              <c:idx val="4"/>
              <c:layout>
                <c:manualLayout>
                  <c:x val="-1.7144088676729556E-3"/>
                  <c:y val="7.8814503829588035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AA4-4734-96A9-E73428F82ABB}"/>
                </c:ext>
              </c:extLst>
            </c:dLbl>
            <c:dLbl>
              <c:idx val="5"/>
              <c:layout>
                <c:manualLayout>
                  <c:x val="-2.1509501229386553E-3"/>
                  <c:y val="5.3211993229087618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AA4-4734-96A9-E73428F82ABB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FC09-4A24-AB5B-9A84C3E64B6C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FC09-4A24-AB5B-9A84C3E64B6C}"/>
                </c:ext>
              </c:extLst>
            </c:dLbl>
            <c:dLbl>
              <c:idx val="8"/>
              <c:layout>
                <c:manualLayout>
                  <c:x val="-2.7353184658233652E-3"/>
                  <c:y val="2.4788992186894078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AA4-4734-96A9-E73428F82ABB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FC09-4A24-AB5B-9A84C3E64B6C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FC09-4A24-AB5B-9A84C3E64B6C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FC09-4A24-AB5B-9A84C3E64B6C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900" dirty="0">
                        <a:latin typeface="Montserrat" panose="00000500000000000000" pitchFamily="2" charset="0"/>
                      </a:rPr>
                      <a:t>1178</a:t>
                    </a: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8AA4-4734-96A9-E73428F82ABB}"/>
                </c:ext>
              </c:extLst>
            </c:dLbl>
            <c:dLbl>
              <c:idx val="13"/>
              <c:layout>
                <c:manualLayout>
                  <c:x val="2.0833335042103871E-3"/>
                  <c:y val="8.0297619649775439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8AA4-4734-96A9-E73428F82ABB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FC09-4A24-AB5B-9A84C3E64B6C}"/>
                </c:ext>
              </c:extLst>
            </c:dLbl>
            <c:dLbl>
              <c:idx val="15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900" b="0" baseline="0"/>
                    </a:pPr>
                    <a:r>
                      <a:rPr lang="en-US" sz="900" b="0" dirty="0"/>
                      <a:t>1017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8AA4-4734-96A9-E73428F82ABB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FC09-4A24-AB5B-9A84C3E64B6C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pPr>
                      <a:defRPr sz="1400" b="1"/>
                    </a:pPr>
                    <a:r>
                      <a:rPr lang="en-US" dirty="0"/>
                      <a:t>1217</a:t>
                    </a: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96FE-45AC-BE33-BACE09F9F80E}"/>
                </c:ext>
              </c:extLst>
            </c:dLbl>
            <c:dLbl>
              <c:idx val="24"/>
              <c:layout>
                <c:manualLayout>
                  <c:x val="-2.1509501229386553E-3"/>
                  <c:y val="2.67658732165919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1F48-4644-9ADB-BFF1B061000C}"/>
                </c:ext>
              </c:extLst>
            </c:dLbl>
            <c:dLbl>
              <c:idx val="25"/>
              <c:layout>
                <c:manualLayout>
                  <c:x val="-1.0754594057956312E-3"/>
                  <c:y val="-4.9070200700606139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33BE-4E27-8A7D-522F098327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 baseline="0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767</c:v>
                </c:pt>
                <c:pt idx="1">
                  <c:v>612</c:v>
                </c:pt>
                <c:pt idx="2">
                  <c:v>592</c:v>
                </c:pt>
                <c:pt idx="3">
                  <c:v>591</c:v>
                </c:pt>
                <c:pt idx="4">
                  <c:v>712</c:v>
                </c:pt>
                <c:pt idx="5">
                  <c:v>816</c:v>
                </c:pt>
                <c:pt idx="6">
                  <c:v>792</c:v>
                </c:pt>
                <c:pt idx="7">
                  <c:v>906</c:v>
                </c:pt>
                <c:pt idx="8">
                  <c:v>1014</c:v>
                </c:pt>
                <c:pt idx="9">
                  <c:v>1097</c:v>
                </c:pt>
                <c:pt idx="10">
                  <c:v>1058</c:v>
                </c:pt>
                <c:pt idx="11">
                  <c:v>1190</c:v>
                </c:pt>
                <c:pt idx="12">
                  <c:v>1178</c:v>
                </c:pt>
                <c:pt idx="13">
                  <c:v>1068</c:v>
                </c:pt>
                <c:pt idx="14">
                  <c:v>941</c:v>
                </c:pt>
                <c:pt idx="15">
                  <c:v>1017</c:v>
                </c:pt>
                <c:pt idx="16">
                  <c:v>1161</c:v>
                </c:pt>
                <c:pt idx="17">
                  <c:v>1218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8AA4-4734-96A9-E73428F82A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3320832"/>
        <c:axId val="833223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28575">
              <a:solidFill>
                <a:srgbClr val="691B31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26"/>
            <c:bubble3D val="0"/>
            <c:extLst>
              <c:ext xmlns:c16="http://schemas.microsoft.com/office/drawing/2014/chart" uri="{C3380CC4-5D6E-409C-BE32-E72D297353CC}">
                <c16:uniqueId val="{00000030-0472-467E-B831-A45105DF94D1}"/>
              </c:ext>
            </c:extLst>
          </c:dPt>
          <c:dPt>
            <c:idx val="27"/>
            <c:bubble3D val="0"/>
            <c:extLst>
              <c:ext xmlns:c16="http://schemas.microsoft.com/office/drawing/2014/chart" uri="{C3380CC4-5D6E-409C-BE32-E72D297353CC}">
                <c16:uniqueId val="{00000031-0472-467E-B831-A45105DF94D1}"/>
              </c:ext>
            </c:extLst>
          </c:dPt>
          <c:dPt>
            <c:idx val="28"/>
            <c:bubble3D val="0"/>
            <c:extLst>
              <c:ext xmlns:c16="http://schemas.microsoft.com/office/drawing/2014/chart" uri="{C3380CC4-5D6E-409C-BE32-E72D297353CC}">
                <c16:uniqueId val="{00000032-0472-467E-B831-A45105DF94D1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43-FB03-41FE-992A-BC1CA67F3264}"/>
              </c:ext>
            </c:extLst>
          </c:dPt>
          <c:dPt>
            <c:idx val="30"/>
            <c:bubble3D val="0"/>
            <c:extLst>
              <c:ext xmlns:c16="http://schemas.microsoft.com/office/drawing/2014/chart" uri="{C3380CC4-5D6E-409C-BE32-E72D297353CC}">
                <c16:uniqueId val="{00000033-0472-467E-B831-A45105DF94D1}"/>
              </c:ext>
            </c:extLst>
          </c:dPt>
          <c:dLbls>
            <c:dLbl>
              <c:idx val="24"/>
              <c:layout>
                <c:manualLayout>
                  <c:x val="-1.195833431416784E-2"/>
                  <c:y val="2.17406332089036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33BE-4E27-8A7D-522F09832786}"/>
                </c:ext>
              </c:extLst>
            </c:dLbl>
            <c:dLbl>
              <c:idx val="26"/>
              <c:layout>
                <c:manualLayout>
                  <c:x val="-1.9003136237708742E-2"/>
                  <c:y val="-1.63499162449710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0472-467E-B831-A45105DF94D1}"/>
                </c:ext>
              </c:extLst>
            </c:dLbl>
            <c:dLbl>
              <c:idx val="27"/>
              <c:layout>
                <c:manualLayout>
                  <c:x val="-1.9428315241823757E-2"/>
                  <c:y val="2.074418400758043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0472-467E-B831-A45105DF94D1}"/>
                </c:ext>
              </c:extLst>
            </c:dLbl>
            <c:dLbl>
              <c:idx val="28"/>
              <c:layout>
                <c:manualLayout>
                  <c:x val="-7.2337604358399307E-3"/>
                  <c:y val="1.94693275738231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0472-467E-B831-A45105DF94D1}"/>
                </c:ext>
              </c:extLst>
            </c:dLbl>
            <c:dLbl>
              <c:idx val="29"/>
              <c:layout>
                <c:manualLayout>
                  <c:x val="-2.1028545031868853E-3"/>
                  <c:y val="8.4898399274328205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FB03-41FE-992A-BC1CA67F3264}"/>
                </c:ext>
              </c:extLst>
            </c:dLbl>
            <c:dLbl>
              <c:idx val="30"/>
              <c:layout>
                <c:manualLayout>
                  <c:x val="-8.5338753718730564E-3"/>
                  <c:y val="-1.57610949813355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0472-467E-B831-A45105DF94D1}"/>
                </c:ext>
              </c:extLst>
            </c:dLbl>
            <c:dLbl>
              <c:idx val="31"/>
              <c:layout>
                <c:manualLayout>
                  <c:x val="-1.6387021979915792E-2"/>
                  <c:y val="-2.220324023024557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8AA4-4734-96A9-E73428F82ABB}"/>
                </c:ext>
              </c:extLst>
            </c:dLbl>
            <c:dLbl>
              <c:idx val="32"/>
              <c:layout>
                <c:manualLayout>
                  <c:x val="-2.1173648151135659E-2"/>
                  <c:y val="1.95778663510400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8AA4-4734-96A9-E73428F82ABB}"/>
                </c:ext>
              </c:extLst>
            </c:dLbl>
            <c:dLbl>
              <c:idx val="33"/>
              <c:layout>
                <c:manualLayout>
                  <c:x val="-1.928335253522075E-2"/>
                  <c:y val="-1.1702376978145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8AA4-4734-96A9-E73428F82ABB}"/>
                </c:ext>
              </c:extLst>
            </c:dLbl>
            <c:dLbl>
              <c:idx val="34"/>
              <c:layout>
                <c:manualLayout>
                  <c:x val="-2.2782457223402924E-2"/>
                  <c:y val="-2.89471865062906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8AA4-4734-96A9-E73428F82ABB}"/>
                </c:ext>
              </c:extLst>
            </c:dLbl>
            <c:dLbl>
              <c:idx val="35"/>
              <c:layout>
                <c:manualLayout>
                  <c:x val="-1.2647925455182117E-2"/>
                  <c:y val="-2.11634990865973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8AA4-4734-96A9-E73428F82ABB}"/>
                </c:ext>
              </c:extLst>
            </c:dLbl>
            <c:dLbl>
              <c:idx val="36"/>
              <c:layout>
                <c:manualLayout>
                  <c:x val="-1.2611681098779923E-2"/>
                  <c:y val="1.9597677312318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8AA4-4734-96A9-E73428F82ABB}"/>
                </c:ext>
              </c:extLst>
            </c:dLbl>
            <c:dLbl>
              <c:idx val="37"/>
              <c:layout>
                <c:manualLayout>
                  <c:x val="-1.1339063837066374E-2"/>
                  <c:y val="-1.3021702697325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8AA4-4734-96A9-E73428F82ABB}"/>
                </c:ext>
              </c:extLst>
            </c:dLbl>
            <c:dLbl>
              <c:idx val="38"/>
              <c:layout>
                <c:manualLayout>
                  <c:x val="-2.3871312210833758E-3"/>
                  <c:y val="-2.12466237063863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8AA4-4734-96A9-E73428F82ABB}"/>
                </c:ext>
              </c:extLst>
            </c:dLbl>
            <c:dLbl>
              <c:idx val="39"/>
              <c:layout>
                <c:manualLayout>
                  <c:x val="-3.1081229276463646E-2"/>
                  <c:y val="9.8104301760561698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883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D8A8-4315-9359-15016D20BA5C}"/>
                </c:ext>
              </c:extLst>
            </c:dLbl>
            <c:dLbl>
              <c:idx val="40"/>
              <c:layout>
                <c:manualLayout>
                  <c:x val="-2.064251590030608E-2"/>
                  <c:y val="1.512440440663220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1265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EF07-4A58-977C-E90FEEF0973A}"/>
                </c:ext>
              </c:extLst>
            </c:dLbl>
            <c:dLbl>
              <c:idx val="41"/>
              <c:layout>
                <c:manualLayout>
                  <c:x val="-8.4084366361003894E-3"/>
                  <c:y val="1.91150485747909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030F-4D2A-B38C-0E321538E2BB}"/>
                </c:ext>
              </c:extLst>
            </c:dLbl>
            <c:dLbl>
              <c:idx val="42"/>
              <c:layout>
                <c:manualLayout>
                  <c:x val="-3.9810614769490549E-2"/>
                  <c:y val="-3.04028706504402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1F48-4644-9ADB-BFF1B061000C}"/>
                </c:ext>
              </c:extLst>
            </c:dLbl>
            <c:dLbl>
              <c:idx val="43"/>
              <c:layout>
                <c:manualLayout>
                  <c:x val="-2.5977634352875301E-2"/>
                  <c:y val="-2.385777162935466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800"/>
                  </a:pPr>
                  <a:endParaRPr lang="es-MX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473820015437727E-2"/>
                      <c:h val="3.65966530913235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A-33BE-4E27-8A7D-522F098327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/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1262</c:v>
                </c:pt>
                <c:pt idx="19">
                  <c:v>1254</c:v>
                </c:pt>
                <c:pt idx="20">
                  <c:v>1235</c:v>
                </c:pt>
                <c:pt idx="21">
                  <c:v>1156</c:v>
                </c:pt>
                <c:pt idx="22">
                  <c:v>1124</c:v>
                </c:pt>
                <c:pt idx="23">
                  <c:v>1090</c:v>
                </c:pt>
                <c:pt idx="24">
                  <c:v>1138</c:v>
                </c:pt>
                <c:pt idx="25">
                  <c:v>1242</c:v>
                </c:pt>
                <c:pt idx="26">
                  <c:v>1239</c:v>
                </c:pt>
                <c:pt idx="27">
                  <c:v>1254</c:v>
                </c:pt>
                <c:pt idx="28">
                  <c:v>1281</c:v>
                </c:pt>
                <c:pt idx="29">
                  <c:v>1318</c:v>
                </c:pt>
                <c:pt idx="30">
                  <c:v>1251</c:v>
                </c:pt>
                <c:pt idx="31">
                  <c:v>1213</c:v>
                </c:pt>
                <c:pt idx="32">
                  <c:v>1201</c:v>
                </c:pt>
                <c:pt idx="33">
                  <c:v>1211</c:v>
                </c:pt>
                <c:pt idx="34">
                  <c:v>1209</c:v>
                </c:pt>
                <c:pt idx="35">
                  <c:v>1231</c:v>
                </c:pt>
                <c:pt idx="36">
                  <c:v>1235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8AA4-4734-96A9-E73428F82A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1270</c:v>
                </c:pt>
                <c:pt idx="19">
                  <c:v>1270</c:v>
                </c:pt>
                <c:pt idx="20">
                  <c:v>1276</c:v>
                </c:pt>
                <c:pt idx="21">
                  <c:v>1276</c:v>
                </c:pt>
                <c:pt idx="22">
                  <c:v>1276</c:v>
                </c:pt>
                <c:pt idx="23">
                  <c:v>1276</c:v>
                </c:pt>
                <c:pt idx="24">
                  <c:v>1276</c:v>
                </c:pt>
                <c:pt idx="25">
                  <c:v>1281</c:v>
                </c:pt>
                <c:pt idx="26">
                  <c:v>1332</c:v>
                </c:pt>
                <c:pt idx="27">
                  <c:v>1246</c:v>
                </c:pt>
                <c:pt idx="28">
                  <c:v>1246</c:v>
                </c:pt>
                <c:pt idx="29">
                  <c:v>1246</c:v>
                </c:pt>
                <c:pt idx="30">
                  <c:v>1246</c:v>
                </c:pt>
                <c:pt idx="31">
                  <c:v>1246</c:v>
                </c:pt>
                <c:pt idx="32">
                  <c:v>1246</c:v>
                </c:pt>
                <c:pt idx="33">
                  <c:v>1246</c:v>
                </c:pt>
                <c:pt idx="34">
                  <c:v>1246</c:v>
                </c:pt>
                <c:pt idx="35">
                  <c:v>1246</c:v>
                </c:pt>
                <c:pt idx="36">
                  <c:v>1246</c:v>
                </c:pt>
                <c:pt idx="37">
                  <c:v>1246</c:v>
                </c:pt>
                <c:pt idx="38">
                  <c:v>1256</c:v>
                </c:pt>
                <c:pt idx="39">
                  <c:v>1276</c:v>
                </c:pt>
                <c:pt idx="40">
                  <c:v>1276</c:v>
                </c:pt>
                <c:pt idx="41">
                  <c:v>1276</c:v>
                </c:pt>
                <c:pt idx="42">
                  <c:v>1276</c:v>
                </c:pt>
                <c:pt idx="43">
                  <c:v>1276</c:v>
                </c:pt>
                <c:pt idx="44">
                  <c:v>1276</c:v>
                </c:pt>
                <c:pt idx="45">
                  <c:v>1276</c:v>
                </c:pt>
                <c:pt idx="46">
                  <c:v>1276</c:v>
                </c:pt>
                <c:pt idx="47">
                  <c:v>1276</c:v>
                </c:pt>
                <c:pt idx="48">
                  <c:v>1276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8AA4-4734-96A9-E73428F82AB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1270</c:v>
                </c:pt>
                <c:pt idx="19">
                  <c:v>1270</c:v>
                </c:pt>
                <c:pt idx="20">
                  <c:v>1276</c:v>
                </c:pt>
                <c:pt idx="21">
                  <c:v>1276</c:v>
                </c:pt>
                <c:pt idx="22">
                  <c:v>1276</c:v>
                </c:pt>
                <c:pt idx="23">
                  <c:v>1276</c:v>
                </c:pt>
                <c:pt idx="24">
                  <c:v>1276</c:v>
                </c:pt>
                <c:pt idx="25">
                  <c:v>1281</c:v>
                </c:pt>
                <c:pt idx="26">
                  <c:v>1332</c:v>
                </c:pt>
                <c:pt idx="27">
                  <c:v>1246</c:v>
                </c:pt>
                <c:pt idx="28">
                  <c:v>1246</c:v>
                </c:pt>
                <c:pt idx="29">
                  <c:v>1246</c:v>
                </c:pt>
                <c:pt idx="30">
                  <c:v>1246</c:v>
                </c:pt>
                <c:pt idx="31">
                  <c:v>1246</c:v>
                </c:pt>
                <c:pt idx="32">
                  <c:v>1246</c:v>
                </c:pt>
                <c:pt idx="33">
                  <c:v>1246</c:v>
                </c:pt>
                <c:pt idx="34">
                  <c:v>1246</c:v>
                </c:pt>
                <c:pt idx="35">
                  <c:v>1246</c:v>
                </c:pt>
                <c:pt idx="36">
                  <c:v>1246</c:v>
                </c:pt>
                <c:pt idx="37">
                  <c:v>1246</c:v>
                </c:pt>
                <c:pt idx="38">
                  <c:v>1256</c:v>
                </c:pt>
                <c:pt idx="39">
                  <c:v>1276</c:v>
                </c:pt>
                <c:pt idx="40">
                  <c:v>1276</c:v>
                </c:pt>
                <c:pt idx="41">
                  <c:v>1276</c:v>
                </c:pt>
                <c:pt idx="42">
                  <c:v>1276</c:v>
                </c:pt>
                <c:pt idx="43">
                  <c:v>1276</c:v>
                </c:pt>
                <c:pt idx="44">
                  <c:v>1276</c:v>
                </c:pt>
                <c:pt idx="45">
                  <c:v>1276</c:v>
                </c:pt>
                <c:pt idx="46">
                  <c:v>1276</c:v>
                </c:pt>
                <c:pt idx="47">
                  <c:v>1276</c:v>
                </c:pt>
                <c:pt idx="48">
                  <c:v>1276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F-8AA4-4734-96A9-E73428F82A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320832"/>
        <c:axId val="83322368"/>
      </c:lineChart>
      <c:catAx>
        <c:axId val="833208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 sz="700"/>
            </a:pPr>
            <a:endParaRPr lang="es-MX"/>
          </a:p>
        </c:txPr>
        <c:crossAx val="83322368"/>
        <c:crosses val="autoZero"/>
        <c:auto val="1"/>
        <c:lblAlgn val="ctr"/>
        <c:lblOffset val="100"/>
        <c:noMultiLvlLbl val="0"/>
      </c:catAx>
      <c:valAx>
        <c:axId val="83322368"/>
        <c:scaling>
          <c:orientation val="minMax"/>
          <c:max val="1500"/>
          <c:min val="300"/>
        </c:scaling>
        <c:delete val="0"/>
        <c:axPos val="l"/>
        <c:majorGridlines>
          <c:spPr>
            <a:ln>
              <a:noFill/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MX"/>
          </a:p>
        </c:txPr>
        <c:crossAx val="83320832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 w="15875">
      <a:solidFill>
        <a:sysClr val="windowText" lastClr="000000"/>
      </a:solidFill>
    </a:ln>
  </c:spPr>
  <c:txPr>
    <a:bodyPr/>
    <a:lstStyle/>
    <a:p>
      <a:pPr>
        <a:defRPr sz="5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8072260498687671E-2"/>
          <c:y val="1.6437081411423637E-2"/>
          <c:w val="0.95377208962391347"/>
          <c:h val="0.850835733789755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D685-4D0C-B1A2-BB17B487D495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D685-4D0C-B1A2-BB17B487D495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7798-4125-BCA3-32CFAAE00618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D685-4D0C-B1A2-BB17B487D495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C-7798-4125-BCA3-32CFAAE00618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D685-4D0C-B1A2-BB17B487D495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D685-4D0C-B1A2-BB17B487D495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D685-4D0C-B1A2-BB17B487D495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7798-4125-BCA3-32CFAAE00618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D685-4D0C-B1A2-BB17B487D495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D685-4D0C-B1A2-BB17B487D495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D685-4D0C-B1A2-BB17B487D495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D685-4D0C-B1A2-BB17B487D495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D685-4D0C-B1A2-BB17B487D495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D685-4D0C-B1A2-BB17B487D495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3-7798-4125-BCA3-32CFAAE00618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D685-4D0C-B1A2-BB17B487D495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4DDC-4979-B0E2-82D74B837A75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D685-4D0C-B1A2-BB17B487D49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685-4D0C-B1A2-BB17B487D495}"/>
                </c:ext>
              </c:extLst>
            </c:dLbl>
            <c:dLbl>
              <c:idx val="2"/>
              <c:layout>
                <c:manualLayout>
                  <c:x val="0"/>
                  <c:y val="1.2933712179075902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798-4125-BCA3-32CFAAE00618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D685-4D0C-B1A2-BB17B487D495}"/>
                </c:ext>
              </c:extLst>
            </c:dLbl>
            <c:dLbl>
              <c:idx val="4"/>
              <c:layout>
                <c:manualLayout>
                  <c:x val="-2.836722602592474E-3"/>
                  <c:y val="7.760227307445541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798-4125-BCA3-32CFAAE00618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D685-4D0C-B1A2-BB17B487D495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D685-4D0C-B1A2-BB17B487D495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D685-4D0C-B1A2-BB17B487D495}"/>
                </c:ext>
              </c:extLst>
            </c:dLbl>
            <c:dLbl>
              <c:idx val="8"/>
              <c:layout>
                <c:manualLayout>
                  <c:x val="1.4183891076115485E-3"/>
                  <c:y val="2.2301289397151491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798-4125-BCA3-32CFAAE00618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D685-4D0C-B1A2-BB17B487D495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D685-4D0C-B1A2-BB17B487D495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D685-4D0C-B1A2-BB17B487D495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D685-4D0C-B1A2-BB17B487D495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D685-4D0C-B1A2-BB17B487D495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D685-4D0C-B1A2-BB17B487D495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7798-4125-BCA3-32CFAAE00618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D685-4D0C-B1A2-BB17B487D495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4DDC-4979-B0E2-82D74B837A75}"/>
                </c:ext>
              </c:extLst>
            </c:dLbl>
            <c:dLbl>
              <c:idx val="24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5E7-4007-BB88-C1CE061AD7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246</c:v>
                </c:pt>
                <c:pt idx="1">
                  <c:v>198</c:v>
                </c:pt>
                <c:pt idx="2">
                  <c:v>190</c:v>
                </c:pt>
                <c:pt idx="3">
                  <c:v>180</c:v>
                </c:pt>
                <c:pt idx="4">
                  <c:v>226</c:v>
                </c:pt>
                <c:pt idx="5">
                  <c:v>262</c:v>
                </c:pt>
                <c:pt idx="6">
                  <c:v>244</c:v>
                </c:pt>
                <c:pt idx="7">
                  <c:v>277</c:v>
                </c:pt>
                <c:pt idx="8">
                  <c:v>342</c:v>
                </c:pt>
                <c:pt idx="9">
                  <c:v>391</c:v>
                </c:pt>
                <c:pt idx="10">
                  <c:v>382</c:v>
                </c:pt>
                <c:pt idx="11">
                  <c:v>401</c:v>
                </c:pt>
                <c:pt idx="12">
                  <c:v>387</c:v>
                </c:pt>
                <c:pt idx="13">
                  <c:v>385</c:v>
                </c:pt>
                <c:pt idx="14">
                  <c:v>369</c:v>
                </c:pt>
                <c:pt idx="15">
                  <c:v>344</c:v>
                </c:pt>
                <c:pt idx="16">
                  <c:v>412</c:v>
                </c:pt>
                <c:pt idx="17">
                  <c:v>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7798-4125-BCA3-32CFAAE00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67731456"/>
        <c:axId val="677329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28575">
              <a:solidFill>
                <a:srgbClr val="691B31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25"/>
            <c:bubble3D val="0"/>
            <c:extLst>
              <c:ext xmlns:c16="http://schemas.microsoft.com/office/drawing/2014/chart" uri="{C3380CC4-5D6E-409C-BE32-E72D297353CC}">
                <c16:uniqueId val="{0000001F-0B8B-4EB1-B3DE-17FCD5DAF290}"/>
              </c:ext>
            </c:extLst>
          </c:dPt>
          <c:dPt>
            <c:idx val="26"/>
            <c:bubble3D val="0"/>
            <c:extLst>
              <c:ext xmlns:c16="http://schemas.microsoft.com/office/drawing/2014/chart" uri="{C3380CC4-5D6E-409C-BE32-E72D297353CC}">
                <c16:uniqueId val="{00000020-0B8B-4EB1-B3DE-17FCD5DAF290}"/>
              </c:ext>
            </c:extLst>
          </c:dPt>
          <c:dPt>
            <c:idx val="27"/>
            <c:bubble3D val="0"/>
            <c:extLst>
              <c:ext xmlns:c16="http://schemas.microsoft.com/office/drawing/2014/chart" uri="{C3380CC4-5D6E-409C-BE32-E72D297353CC}">
                <c16:uniqueId val="{00000021-0B8B-4EB1-B3DE-17FCD5DAF290}"/>
              </c:ext>
            </c:extLst>
          </c:dPt>
          <c:dPt>
            <c:idx val="28"/>
            <c:bubble3D val="0"/>
            <c:extLst>
              <c:ext xmlns:c16="http://schemas.microsoft.com/office/drawing/2014/chart" uri="{C3380CC4-5D6E-409C-BE32-E72D297353CC}">
                <c16:uniqueId val="{00000022-0B8B-4EB1-B3DE-17FCD5DAF290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3-0B8B-4EB1-B3DE-17FCD5DAF290}"/>
              </c:ext>
            </c:extLst>
          </c:dPt>
          <c:dLbls>
            <c:dLbl>
              <c:idx val="25"/>
              <c:layout>
                <c:manualLayout>
                  <c:x val="-1.4610040068168188E-2"/>
                  <c:y val="-2.161997946696339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0B8B-4EB1-B3DE-17FCD5DAF290}"/>
                </c:ext>
              </c:extLst>
            </c:dLbl>
            <c:dLbl>
              <c:idx val="26"/>
              <c:layout>
                <c:manualLayout>
                  <c:x val="-1.0799294619422571E-2"/>
                  <c:y val="-1.63774295100938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0B8B-4EB1-B3DE-17FCD5DAF290}"/>
                </c:ext>
              </c:extLst>
            </c:dLbl>
            <c:dLbl>
              <c:idx val="27"/>
              <c:layout>
                <c:manualLayout>
                  <c:x val="-1.6379921259842521E-2"/>
                  <c:y val="1.443789054685667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B8B-4EB1-B3DE-17FCD5DAF290}"/>
                </c:ext>
              </c:extLst>
            </c:dLbl>
            <c:dLbl>
              <c:idx val="28"/>
              <c:layout>
                <c:manualLayout>
                  <c:x val="-1.9146236927242211E-2"/>
                  <c:y val="-2.1785513493153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0B8B-4EB1-B3DE-17FCD5DAF290}"/>
                </c:ext>
              </c:extLst>
            </c:dLbl>
            <c:dLbl>
              <c:idx val="29"/>
              <c:layout>
                <c:manualLayout>
                  <c:x val="-1.3721128608923808E-2"/>
                  <c:y val="1.75510806687574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B8B-4EB1-B3DE-17FCD5DAF290}"/>
                </c:ext>
              </c:extLst>
            </c:dLbl>
            <c:dLbl>
              <c:idx val="30"/>
              <c:layout>
                <c:manualLayout>
                  <c:x val="-1.2838166441499727E-2"/>
                  <c:y val="-2.19486325915520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7798-4125-BCA3-32CFAAE00618}"/>
                </c:ext>
              </c:extLst>
            </c:dLbl>
            <c:dLbl>
              <c:idx val="31"/>
              <c:layout>
                <c:manualLayout>
                  <c:x val="-1.8743025088963094E-2"/>
                  <c:y val="1.71435303571720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798-4125-BCA3-32CFAAE00618}"/>
                </c:ext>
              </c:extLst>
            </c:dLbl>
            <c:dLbl>
              <c:idx val="32"/>
              <c:layout>
                <c:manualLayout>
                  <c:x val="-3.0225147637795276E-2"/>
                  <c:y val="-1.38439280436157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7798-4125-BCA3-32CFAAE00618}"/>
                </c:ext>
              </c:extLst>
            </c:dLbl>
            <c:dLbl>
              <c:idx val="33"/>
              <c:layout>
                <c:manualLayout>
                  <c:x val="-1.5427821522309863E-2"/>
                  <c:y val="-1.73030991932293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7798-4125-BCA3-32CFAAE00618}"/>
                </c:ext>
              </c:extLst>
            </c:dLbl>
            <c:dLbl>
              <c:idx val="34"/>
              <c:layout>
                <c:manualLayout>
                  <c:x val="-1.8755336252692323E-2"/>
                  <c:y val="2.229766767457075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7798-4125-BCA3-32CFAAE00618}"/>
                </c:ext>
              </c:extLst>
            </c:dLbl>
            <c:dLbl>
              <c:idx val="35"/>
              <c:layout>
                <c:manualLayout>
                  <c:x val="-1.9141142652595679E-2"/>
                  <c:y val="-2.259554763662564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7798-4125-BCA3-32CFAAE00618}"/>
                </c:ext>
              </c:extLst>
            </c:dLbl>
            <c:dLbl>
              <c:idx val="36"/>
              <c:layout>
                <c:manualLayout>
                  <c:x val="-1.7844564850455949E-2"/>
                  <c:y val="-1.9863264142215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7798-4125-BCA3-32CFAAE00618}"/>
                </c:ext>
              </c:extLst>
            </c:dLbl>
            <c:dLbl>
              <c:idx val="37"/>
              <c:layout>
                <c:manualLayout>
                  <c:x val="-1.5299550141586953E-2"/>
                  <c:y val="-2.540318826630057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7798-4125-BCA3-32CFAAE00618}"/>
                </c:ext>
              </c:extLst>
            </c:dLbl>
            <c:dLbl>
              <c:idx val="38"/>
              <c:layout>
                <c:manualLayout>
                  <c:x val="-2.0081630656937282E-2"/>
                  <c:y val="1.77899013165813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925-430C-B4B4-BA66487FE062}"/>
                </c:ext>
              </c:extLst>
            </c:dLbl>
            <c:dLbl>
              <c:idx val="39"/>
              <c:layout>
                <c:manualLayout>
                  <c:x val="-1.0296887534038323E-2"/>
                  <c:y val="-1.4941882373170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8783-451E-AB32-72FA033F8619}"/>
                </c:ext>
              </c:extLst>
            </c:dLbl>
            <c:dLbl>
              <c:idx val="40"/>
              <c:layout>
                <c:manualLayout>
                  <c:x val="-1.5775100679847932E-2"/>
                  <c:y val="2.290100404802063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358-4132-A523-04713C056348}"/>
                </c:ext>
              </c:extLst>
            </c:dLbl>
            <c:dLbl>
              <c:idx val="41"/>
              <c:layout>
                <c:manualLayout>
                  <c:x val="-1.3238236810413591E-2"/>
                  <c:y val="-1.30277622079214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5AC4-4E5C-B219-07D3BABE3DD7}"/>
                </c:ext>
              </c:extLst>
            </c:dLbl>
            <c:dLbl>
              <c:idx val="42"/>
              <c:layout>
                <c:manualLayout>
                  <c:x val="-1.5603508528834614E-2"/>
                  <c:y val="2.02077207029806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5E7-4007-BB88-C1CE061AD707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498</c:v>
                </c:pt>
                <c:pt idx="19">
                  <c:v>470</c:v>
                </c:pt>
                <c:pt idx="20">
                  <c:v>471</c:v>
                </c:pt>
                <c:pt idx="21">
                  <c:v>477</c:v>
                </c:pt>
                <c:pt idx="22">
                  <c:v>488</c:v>
                </c:pt>
                <c:pt idx="23">
                  <c:v>503</c:v>
                </c:pt>
                <c:pt idx="24">
                  <c:v>508</c:v>
                </c:pt>
                <c:pt idx="25">
                  <c:v>530</c:v>
                </c:pt>
                <c:pt idx="26">
                  <c:v>528</c:v>
                </c:pt>
                <c:pt idx="27">
                  <c:v>508</c:v>
                </c:pt>
                <c:pt idx="28">
                  <c:v>490</c:v>
                </c:pt>
                <c:pt idx="29">
                  <c:v>486</c:v>
                </c:pt>
                <c:pt idx="30">
                  <c:v>493</c:v>
                </c:pt>
                <c:pt idx="31">
                  <c:v>441</c:v>
                </c:pt>
                <c:pt idx="32">
                  <c:v>464</c:v>
                </c:pt>
                <c:pt idx="33">
                  <c:v>473</c:v>
                </c:pt>
                <c:pt idx="34">
                  <c:v>513</c:v>
                </c:pt>
                <c:pt idx="35">
                  <c:v>490</c:v>
                </c:pt>
                <c:pt idx="36">
                  <c:v>469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B-7798-4125-BCA3-32CFAAE006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528</c:v>
                </c:pt>
                <c:pt idx="19">
                  <c:v>528</c:v>
                </c:pt>
                <c:pt idx="20">
                  <c:v>522</c:v>
                </c:pt>
                <c:pt idx="21">
                  <c:v>522</c:v>
                </c:pt>
                <c:pt idx="22">
                  <c:v>522</c:v>
                </c:pt>
                <c:pt idx="23">
                  <c:v>522</c:v>
                </c:pt>
                <c:pt idx="24">
                  <c:v>522</c:v>
                </c:pt>
                <c:pt idx="25">
                  <c:v>531</c:v>
                </c:pt>
                <c:pt idx="26">
                  <c:v>540</c:v>
                </c:pt>
                <c:pt idx="27">
                  <c:v>511</c:v>
                </c:pt>
                <c:pt idx="28">
                  <c:v>506</c:v>
                </c:pt>
                <c:pt idx="29">
                  <c:v>506</c:v>
                </c:pt>
                <c:pt idx="30">
                  <c:v>516</c:v>
                </c:pt>
                <c:pt idx="31">
                  <c:v>521</c:v>
                </c:pt>
                <c:pt idx="32">
                  <c:v>520</c:v>
                </c:pt>
                <c:pt idx="33">
                  <c:v>520</c:v>
                </c:pt>
                <c:pt idx="34">
                  <c:v>521</c:v>
                </c:pt>
                <c:pt idx="35">
                  <c:v>521</c:v>
                </c:pt>
                <c:pt idx="36">
                  <c:v>521</c:v>
                </c:pt>
                <c:pt idx="37">
                  <c:v>521</c:v>
                </c:pt>
                <c:pt idx="38">
                  <c:v>519</c:v>
                </c:pt>
                <c:pt idx="39">
                  <c:v>514</c:v>
                </c:pt>
                <c:pt idx="40">
                  <c:v>514</c:v>
                </c:pt>
                <c:pt idx="41">
                  <c:v>514</c:v>
                </c:pt>
                <c:pt idx="42">
                  <c:v>514</c:v>
                </c:pt>
                <c:pt idx="43">
                  <c:v>514</c:v>
                </c:pt>
                <c:pt idx="44">
                  <c:v>514</c:v>
                </c:pt>
                <c:pt idx="45">
                  <c:v>514</c:v>
                </c:pt>
                <c:pt idx="46">
                  <c:v>514</c:v>
                </c:pt>
                <c:pt idx="47">
                  <c:v>514</c:v>
                </c:pt>
                <c:pt idx="48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7798-4125-BCA3-32CFAAE0061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528</c:v>
                </c:pt>
                <c:pt idx="19">
                  <c:v>528</c:v>
                </c:pt>
                <c:pt idx="20">
                  <c:v>522</c:v>
                </c:pt>
                <c:pt idx="21">
                  <c:v>522</c:v>
                </c:pt>
                <c:pt idx="22">
                  <c:v>522</c:v>
                </c:pt>
                <c:pt idx="23">
                  <c:v>522</c:v>
                </c:pt>
                <c:pt idx="24">
                  <c:v>522</c:v>
                </c:pt>
                <c:pt idx="25">
                  <c:v>531</c:v>
                </c:pt>
                <c:pt idx="26">
                  <c:v>540</c:v>
                </c:pt>
                <c:pt idx="27">
                  <c:v>511</c:v>
                </c:pt>
                <c:pt idx="28">
                  <c:v>506</c:v>
                </c:pt>
                <c:pt idx="29">
                  <c:v>506</c:v>
                </c:pt>
                <c:pt idx="30">
                  <c:v>516</c:v>
                </c:pt>
                <c:pt idx="31">
                  <c:v>521</c:v>
                </c:pt>
                <c:pt idx="32">
                  <c:v>520</c:v>
                </c:pt>
                <c:pt idx="33">
                  <c:v>520</c:v>
                </c:pt>
                <c:pt idx="34">
                  <c:v>521</c:v>
                </c:pt>
                <c:pt idx="35">
                  <c:v>521</c:v>
                </c:pt>
                <c:pt idx="36">
                  <c:v>521</c:v>
                </c:pt>
                <c:pt idx="37">
                  <c:v>521</c:v>
                </c:pt>
                <c:pt idx="38">
                  <c:v>519</c:v>
                </c:pt>
                <c:pt idx="39">
                  <c:v>514</c:v>
                </c:pt>
                <c:pt idx="40">
                  <c:v>514</c:v>
                </c:pt>
                <c:pt idx="41">
                  <c:v>514</c:v>
                </c:pt>
                <c:pt idx="42">
                  <c:v>514</c:v>
                </c:pt>
                <c:pt idx="43">
                  <c:v>514</c:v>
                </c:pt>
                <c:pt idx="44">
                  <c:v>514</c:v>
                </c:pt>
                <c:pt idx="45">
                  <c:v>514</c:v>
                </c:pt>
                <c:pt idx="46">
                  <c:v>514</c:v>
                </c:pt>
                <c:pt idx="47">
                  <c:v>514</c:v>
                </c:pt>
                <c:pt idx="48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7798-4125-BCA3-32CFAAE00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731456"/>
        <c:axId val="67732992"/>
      </c:lineChart>
      <c:catAx>
        <c:axId val="677314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67732992"/>
        <c:crosses val="autoZero"/>
        <c:auto val="1"/>
        <c:lblAlgn val="ctr"/>
        <c:lblOffset val="100"/>
        <c:noMultiLvlLbl val="0"/>
      </c:catAx>
      <c:valAx>
        <c:axId val="67732992"/>
        <c:scaling>
          <c:orientation val="minMax"/>
          <c:max val="6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" sourceLinked="0"/>
        <c:majorTickMark val="none"/>
        <c:minorTickMark val="none"/>
        <c:tickLblPos val="nextTo"/>
        <c:crossAx val="67731456"/>
        <c:crosses val="autoZero"/>
        <c:crossBetween val="between"/>
      </c:valAx>
      <c:spPr>
        <a:noFill/>
      </c:spPr>
    </c:plotArea>
    <c:plotVisOnly val="1"/>
    <c:dispBlanksAs val="gap"/>
    <c:showDLblsOverMax val="0"/>
  </c:chart>
  <c:spPr>
    <a:noFill/>
    <a:ln w="15875">
      <a:solidFill>
        <a:sysClr val="windowText" lastClr="000000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3100970562743651E-2"/>
          <c:y val="1.3384936414853513E-2"/>
          <c:w val="0.95477466430666902"/>
          <c:h val="0.875412310018671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FC6B-4D8E-BAA6-79CC91398A48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FC6B-4D8E-BAA6-79CC91398A48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FC6B-4D8E-BAA6-79CC91398A48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FC6B-4D8E-BAA6-79CC91398A48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FBBD-4777-B47C-4863EE6ED102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FC6B-4D8E-BAA6-79CC91398A48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FC6B-4D8E-BAA6-79CC91398A48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FC6B-4D8E-BAA6-79CC91398A48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FC6B-4D8E-BAA6-79CC91398A48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FC6B-4D8E-BAA6-79CC91398A48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FC6B-4D8E-BAA6-79CC91398A48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FC6B-4D8E-BAA6-79CC91398A48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FC6B-4D8E-BAA6-79CC91398A48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FC6B-4D8E-BAA6-79CC91398A48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FC6B-4D8E-BAA6-79CC91398A48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4-FBBD-4777-B47C-4863EE6ED102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FC6B-4D8E-BAA6-79CC91398A48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16E1-4A26-B95C-AD9844F83A21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C6B-4D8E-BAA6-79CC91398A48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C6B-4D8E-BAA6-79CC91398A48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FC6B-4D8E-BAA6-79CC91398A48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FC6B-4D8E-BAA6-79CC91398A48}"/>
                </c:ext>
              </c:extLst>
            </c:dLbl>
            <c:dLbl>
              <c:idx val="4"/>
              <c:layout>
                <c:manualLayout>
                  <c:x val="0"/>
                  <c:y val="5.4068437017721254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BBD-4777-B47C-4863EE6ED10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FC6B-4D8E-BAA6-79CC91398A48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FC6B-4D8E-BAA6-79CC91398A48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FC6B-4D8E-BAA6-79CC91398A48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FC6B-4D8E-BAA6-79CC91398A48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FC6B-4D8E-BAA6-79CC91398A48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FC6B-4D8E-BAA6-79CC91398A48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FC6B-4D8E-BAA6-79CC91398A48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FC6B-4D8E-BAA6-79CC91398A48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FC6B-4D8E-BAA6-79CC91398A48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FC6B-4D8E-BAA6-79CC91398A48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 b="0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FBBD-4777-B47C-4863EE6ED10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FC6B-4D8E-BAA6-79CC91398A48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16E1-4A26-B95C-AD9844F83A21}"/>
                </c:ext>
              </c:extLst>
            </c:dLbl>
            <c:dLbl>
              <c:idx val="2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6-18B2-4ACB-B07D-4BB5350215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 baseline="0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154</c:v>
                </c:pt>
                <c:pt idx="1">
                  <c:v>117</c:v>
                </c:pt>
                <c:pt idx="2">
                  <c:v>131</c:v>
                </c:pt>
                <c:pt idx="3">
                  <c:v>114</c:v>
                </c:pt>
                <c:pt idx="4">
                  <c:v>118</c:v>
                </c:pt>
                <c:pt idx="5">
                  <c:v>146</c:v>
                </c:pt>
                <c:pt idx="6">
                  <c:v>135</c:v>
                </c:pt>
                <c:pt idx="7">
                  <c:v>180</c:v>
                </c:pt>
                <c:pt idx="8">
                  <c:v>228</c:v>
                </c:pt>
                <c:pt idx="9">
                  <c:v>276</c:v>
                </c:pt>
                <c:pt idx="10">
                  <c:v>277</c:v>
                </c:pt>
                <c:pt idx="11">
                  <c:v>299</c:v>
                </c:pt>
                <c:pt idx="12">
                  <c:v>283</c:v>
                </c:pt>
                <c:pt idx="13">
                  <c:v>261</c:v>
                </c:pt>
                <c:pt idx="14">
                  <c:v>248</c:v>
                </c:pt>
                <c:pt idx="15">
                  <c:v>252</c:v>
                </c:pt>
                <c:pt idx="16">
                  <c:v>289</c:v>
                </c:pt>
                <c:pt idx="17">
                  <c:v>327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FBBD-4777-B47C-4863EE6ED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4460288"/>
        <c:axId val="84461824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28575">
              <a:solidFill>
                <a:srgbClr val="691B31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26"/>
            <c:bubble3D val="0"/>
            <c:extLst>
              <c:ext xmlns:c16="http://schemas.microsoft.com/office/drawing/2014/chart" uri="{C3380CC4-5D6E-409C-BE32-E72D297353CC}">
                <c16:uniqueId val="{00000034-F472-4E8A-AB3E-33C11B3AEC5D}"/>
              </c:ext>
            </c:extLst>
          </c:dPt>
          <c:dPt>
            <c:idx val="27"/>
            <c:bubble3D val="0"/>
            <c:extLst>
              <c:ext xmlns:c16="http://schemas.microsoft.com/office/drawing/2014/chart" uri="{C3380CC4-5D6E-409C-BE32-E72D297353CC}">
                <c16:uniqueId val="{00000035-F472-4E8A-AB3E-33C11B3AEC5D}"/>
              </c:ext>
            </c:extLst>
          </c:dPt>
          <c:dPt>
            <c:idx val="28"/>
            <c:bubble3D val="0"/>
            <c:extLst>
              <c:ext xmlns:c16="http://schemas.microsoft.com/office/drawing/2014/chart" uri="{C3380CC4-5D6E-409C-BE32-E72D297353CC}">
                <c16:uniqueId val="{00000037-F472-4E8A-AB3E-33C11B3AEC5D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7-FBBD-4777-B47C-4863EE6ED102}"/>
              </c:ext>
            </c:extLst>
          </c:dPt>
          <c:dPt>
            <c:idx val="30"/>
            <c:bubble3D val="0"/>
            <c:extLst>
              <c:ext xmlns:c16="http://schemas.microsoft.com/office/drawing/2014/chart" uri="{C3380CC4-5D6E-409C-BE32-E72D297353CC}">
                <c16:uniqueId val="{0000002B-18B2-4ACB-B07D-4BB53502157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/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313</c:v>
                </c:pt>
                <c:pt idx="19">
                  <c:v>321</c:v>
                </c:pt>
                <c:pt idx="20">
                  <c:v>289</c:v>
                </c:pt>
                <c:pt idx="21">
                  <c:v>310</c:v>
                </c:pt>
                <c:pt idx="22">
                  <c:v>333</c:v>
                </c:pt>
                <c:pt idx="23">
                  <c:v>312</c:v>
                </c:pt>
                <c:pt idx="24">
                  <c:v>317</c:v>
                </c:pt>
                <c:pt idx="25">
                  <c:v>368</c:v>
                </c:pt>
                <c:pt idx="26">
                  <c:v>335</c:v>
                </c:pt>
                <c:pt idx="27">
                  <c:v>335</c:v>
                </c:pt>
                <c:pt idx="28">
                  <c:v>327</c:v>
                </c:pt>
                <c:pt idx="29">
                  <c:v>339</c:v>
                </c:pt>
                <c:pt idx="30">
                  <c:v>312</c:v>
                </c:pt>
                <c:pt idx="31">
                  <c:v>320</c:v>
                </c:pt>
                <c:pt idx="32">
                  <c:v>315</c:v>
                </c:pt>
                <c:pt idx="33">
                  <c:v>348</c:v>
                </c:pt>
                <c:pt idx="34">
                  <c:v>337</c:v>
                </c:pt>
                <c:pt idx="35">
                  <c:v>338</c:v>
                </c:pt>
                <c:pt idx="36">
                  <c:v>345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B-FBBD-4777-B47C-4863EE6ED1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317</c:v>
                </c:pt>
                <c:pt idx="19">
                  <c:v>317</c:v>
                </c:pt>
                <c:pt idx="20">
                  <c:v>326</c:v>
                </c:pt>
                <c:pt idx="21">
                  <c:v>330</c:v>
                </c:pt>
                <c:pt idx="22">
                  <c:v>330</c:v>
                </c:pt>
                <c:pt idx="23">
                  <c:v>330</c:v>
                </c:pt>
                <c:pt idx="24">
                  <c:v>338</c:v>
                </c:pt>
                <c:pt idx="25">
                  <c:v>343</c:v>
                </c:pt>
                <c:pt idx="26">
                  <c:v>350</c:v>
                </c:pt>
                <c:pt idx="27">
                  <c:v>354</c:v>
                </c:pt>
                <c:pt idx="28">
                  <c:v>344</c:v>
                </c:pt>
                <c:pt idx="29">
                  <c:v>344</c:v>
                </c:pt>
                <c:pt idx="30">
                  <c:v>344</c:v>
                </c:pt>
                <c:pt idx="31">
                  <c:v>344</c:v>
                </c:pt>
                <c:pt idx="32">
                  <c:v>349</c:v>
                </c:pt>
                <c:pt idx="33">
                  <c:v>349</c:v>
                </c:pt>
                <c:pt idx="34">
                  <c:v>349</c:v>
                </c:pt>
                <c:pt idx="35">
                  <c:v>349</c:v>
                </c:pt>
                <c:pt idx="36">
                  <c:v>349</c:v>
                </c:pt>
                <c:pt idx="37">
                  <c:v>349</c:v>
                </c:pt>
                <c:pt idx="38">
                  <c:v>350</c:v>
                </c:pt>
                <c:pt idx="39">
                  <c:v>350</c:v>
                </c:pt>
                <c:pt idx="40">
                  <c:v>350</c:v>
                </c:pt>
                <c:pt idx="41">
                  <c:v>350</c:v>
                </c:pt>
                <c:pt idx="42">
                  <c:v>350</c:v>
                </c:pt>
                <c:pt idx="43">
                  <c:v>350</c:v>
                </c:pt>
                <c:pt idx="44">
                  <c:v>350</c:v>
                </c:pt>
                <c:pt idx="45">
                  <c:v>350</c:v>
                </c:pt>
                <c:pt idx="46">
                  <c:v>350</c:v>
                </c:pt>
                <c:pt idx="47">
                  <c:v>350</c:v>
                </c:pt>
                <c:pt idx="48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FBBD-4777-B47C-4863EE6ED10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317</c:v>
                </c:pt>
                <c:pt idx="19">
                  <c:v>317</c:v>
                </c:pt>
                <c:pt idx="20">
                  <c:v>326</c:v>
                </c:pt>
                <c:pt idx="21">
                  <c:v>330</c:v>
                </c:pt>
                <c:pt idx="22">
                  <c:v>330</c:v>
                </c:pt>
                <c:pt idx="23">
                  <c:v>330</c:v>
                </c:pt>
                <c:pt idx="24">
                  <c:v>338</c:v>
                </c:pt>
                <c:pt idx="25">
                  <c:v>343</c:v>
                </c:pt>
                <c:pt idx="26">
                  <c:v>350</c:v>
                </c:pt>
                <c:pt idx="27">
                  <c:v>354</c:v>
                </c:pt>
                <c:pt idx="28">
                  <c:v>344</c:v>
                </c:pt>
                <c:pt idx="29">
                  <c:v>344</c:v>
                </c:pt>
                <c:pt idx="30">
                  <c:v>344</c:v>
                </c:pt>
                <c:pt idx="31">
                  <c:v>344</c:v>
                </c:pt>
                <c:pt idx="32">
                  <c:v>349</c:v>
                </c:pt>
                <c:pt idx="33">
                  <c:v>349</c:v>
                </c:pt>
                <c:pt idx="34">
                  <c:v>349</c:v>
                </c:pt>
                <c:pt idx="35">
                  <c:v>349</c:v>
                </c:pt>
                <c:pt idx="36">
                  <c:v>349</c:v>
                </c:pt>
                <c:pt idx="37">
                  <c:v>349</c:v>
                </c:pt>
                <c:pt idx="38">
                  <c:v>350</c:v>
                </c:pt>
                <c:pt idx="39">
                  <c:v>350</c:v>
                </c:pt>
                <c:pt idx="40">
                  <c:v>350</c:v>
                </c:pt>
                <c:pt idx="41">
                  <c:v>350</c:v>
                </c:pt>
                <c:pt idx="42">
                  <c:v>350</c:v>
                </c:pt>
                <c:pt idx="43">
                  <c:v>350</c:v>
                </c:pt>
                <c:pt idx="44">
                  <c:v>350</c:v>
                </c:pt>
                <c:pt idx="45">
                  <c:v>350</c:v>
                </c:pt>
                <c:pt idx="46">
                  <c:v>350</c:v>
                </c:pt>
                <c:pt idx="47">
                  <c:v>350</c:v>
                </c:pt>
                <c:pt idx="48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FBBD-4777-B47C-4863EE6ED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460288"/>
        <c:axId val="84461824"/>
      </c:lineChart>
      <c:catAx>
        <c:axId val="8446028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  <a:endParaRPr lang="es-MX"/>
          </a:p>
        </c:txPr>
        <c:crossAx val="84461824"/>
        <c:crosses val="autoZero"/>
        <c:auto val="1"/>
        <c:lblAlgn val="ctr"/>
        <c:lblOffset val="100"/>
        <c:noMultiLvlLbl val="0"/>
      </c:catAx>
      <c:valAx>
        <c:axId val="84461824"/>
        <c:scaling>
          <c:orientation val="minMax"/>
          <c:max val="41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  <a:endParaRPr lang="es-MX"/>
          </a:p>
        </c:txPr>
        <c:crossAx val="84460288"/>
        <c:crosses val="autoZero"/>
        <c:crossBetween val="between"/>
      </c:valAx>
      <c:spPr>
        <a:noFill/>
      </c:spPr>
    </c:plotArea>
    <c:plotVisOnly val="1"/>
    <c:dispBlanksAs val="gap"/>
    <c:showDLblsOverMax val="0"/>
  </c:chart>
  <c:spPr>
    <a:noFill/>
    <a:ln w="15875">
      <a:solidFill>
        <a:sysClr val="windowText" lastClr="000000"/>
      </a:solidFill>
    </a:ln>
  </c:spPr>
  <c:txPr>
    <a:bodyPr/>
    <a:lstStyle/>
    <a:p>
      <a:pPr>
        <a:defRPr sz="5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4080926315725138E-2"/>
          <c:y val="4.9276745129189711E-2"/>
          <c:w val="0.96131511693160543"/>
          <c:h val="0.852193383926005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3039-4FCB-B5E2-102050E955BE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3039-4FCB-B5E2-102050E955BE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3039-4FCB-B5E2-102050E955BE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3039-4FCB-B5E2-102050E955BE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3039-4FCB-B5E2-102050E955BE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3039-4FCB-B5E2-102050E955BE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3039-4FCB-B5E2-102050E955BE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3039-4FCB-B5E2-102050E955BE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3039-4FCB-B5E2-102050E955BE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3039-4FCB-B5E2-102050E955BE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3039-4FCB-B5E2-102050E955BE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3039-4FCB-B5E2-102050E955BE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3039-4FCB-B5E2-102050E955BE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3039-4FCB-B5E2-102050E955BE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3039-4FCB-B5E2-102050E955BE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AD3F-4A5C-BE58-62D158C16090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3039-4FCB-B5E2-102050E955BE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D9D1-49E4-9548-A0B31EAE1EE8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039-4FCB-B5E2-102050E955BE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039-4FCB-B5E2-102050E955BE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039-4FCB-B5E2-102050E955BE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3039-4FCB-B5E2-102050E955BE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3039-4FCB-B5E2-102050E955BE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3039-4FCB-B5E2-102050E955BE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3039-4FCB-B5E2-102050E955BE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3039-4FCB-B5E2-102050E955BE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3039-4FCB-B5E2-102050E955BE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3039-4FCB-B5E2-102050E955BE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3039-4FCB-B5E2-102050E955BE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3039-4FCB-B5E2-102050E955BE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3039-4FCB-B5E2-102050E955BE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3039-4FCB-B5E2-102050E955BE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3039-4FCB-B5E2-102050E955BE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 b="0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AD3F-4A5C-BE58-62D158C16090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3039-4FCB-B5E2-102050E955BE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D9D1-49E4-9548-A0B31EAE1EE8}"/>
                </c:ext>
              </c:extLst>
            </c:dLbl>
            <c:dLbl>
              <c:idx val="2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D-AD3F-4A5C-BE58-62D158C16090}"/>
                </c:ext>
              </c:extLst>
            </c:dLbl>
            <c:dLbl>
              <c:idx val="36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100" b="1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9-FA89-4A19-9E2F-CEEA0745C1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 baseline="0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41</c:v>
                </c:pt>
                <c:pt idx="1">
                  <c:v>35</c:v>
                </c:pt>
                <c:pt idx="2">
                  <c:v>29</c:v>
                </c:pt>
                <c:pt idx="3">
                  <c:v>18</c:v>
                </c:pt>
                <c:pt idx="4">
                  <c:v>28</c:v>
                </c:pt>
                <c:pt idx="5">
                  <c:v>33</c:v>
                </c:pt>
                <c:pt idx="6">
                  <c:v>36</c:v>
                </c:pt>
                <c:pt idx="7">
                  <c:v>34</c:v>
                </c:pt>
                <c:pt idx="8">
                  <c:v>43</c:v>
                </c:pt>
                <c:pt idx="9">
                  <c:v>46</c:v>
                </c:pt>
                <c:pt idx="10">
                  <c:v>51</c:v>
                </c:pt>
                <c:pt idx="11">
                  <c:v>53</c:v>
                </c:pt>
                <c:pt idx="12">
                  <c:v>56</c:v>
                </c:pt>
                <c:pt idx="13">
                  <c:v>46</c:v>
                </c:pt>
                <c:pt idx="14">
                  <c:v>39</c:v>
                </c:pt>
                <c:pt idx="15">
                  <c:v>46</c:v>
                </c:pt>
                <c:pt idx="16">
                  <c:v>38</c:v>
                </c:pt>
                <c:pt idx="17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8-AD3F-4A5C-BE58-62D158C16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4498688"/>
        <c:axId val="845127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28575">
              <a:solidFill>
                <a:srgbClr val="691B31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37"/>
            <c:bubble3D val="0"/>
            <c:extLst>
              <c:ext xmlns:c16="http://schemas.microsoft.com/office/drawing/2014/chart" uri="{C3380CC4-5D6E-409C-BE32-E72D297353CC}">
                <c16:uniqueId val="{00000059-8FF2-444D-A8B6-F893D113042A}"/>
              </c:ext>
            </c:extLst>
          </c:dPt>
          <c:dPt>
            <c:idx val="38"/>
            <c:bubble3D val="0"/>
            <c:extLst>
              <c:ext xmlns:c16="http://schemas.microsoft.com/office/drawing/2014/chart" uri="{C3380CC4-5D6E-409C-BE32-E72D297353CC}">
                <c16:uniqueId val="{0000004C-469A-4B8A-8014-5D845C9944F8}"/>
              </c:ext>
            </c:extLst>
          </c:dPt>
          <c:dPt>
            <c:idx val="39"/>
            <c:bubble3D val="0"/>
            <c:extLst>
              <c:ext xmlns:c16="http://schemas.microsoft.com/office/drawing/2014/chart" uri="{C3380CC4-5D6E-409C-BE32-E72D297353CC}">
                <c16:uniqueId val="{00000028-42BE-4EB9-97EA-AC9664A5DEFD}"/>
              </c:ext>
            </c:extLst>
          </c:dPt>
          <c:dPt>
            <c:idx val="40"/>
            <c:bubble3D val="0"/>
            <c:extLst>
              <c:ext xmlns:c16="http://schemas.microsoft.com/office/drawing/2014/chart" uri="{C3380CC4-5D6E-409C-BE32-E72D297353CC}">
                <c16:uniqueId val="{0000002A-7AEC-4537-B0D0-303AA9ED2F98}"/>
              </c:ext>
            </c:extLst>
          </c:dPt>
          <c:dPt>
            <c:idx val="41"/>
            <c:bubble3D val="0"/>
            <c:extLst>
              <c:ext xmlns:c16="http://schemas.microsoft.com/office/drawing/2014/chart" uri="{C3380CC4-5D6E-409C-BE32-E72D297353CC}">
                <c16:uniqueId val="{0000002C-98CE-4722-9542-4DB979AAC260}"/>
              </c:ext>
            </c:extLst>
          </c:dPt>
          <c:dLbls>
            <c:dLbl>
              <c:idx val="26"/>
              <c:layout>
                <c:manualLayout>
                  <c:x val="-1.8777016530426207E-2"/>
                  <c:y val="-2.12312936416261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469A-4B8A-8014-5D845C9944F8}"/>
                </c:ext>
              </c:extLst>
            </c:dLbl>
            <c:dLbl>
              <c:idx val="27"/>
              <c:layout>
                <c:manualLayout>
                  <c:x val="-1.4219492367017106E-2"/>
                  <c:y val="1.919653250216830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469A-4B8A-8014-5D845C9944F8}"/>
                </c:ext>
              </c:extLst>
            </c:dLbl>
            <c:dLbl>
              <c:idx val="28"/>
              <c:layout>
                <c:manualLayout>
                  <c:x val="-1.8779647993437263E-2"/>
                  <c:y val="1.919653250216830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42BE-4EB9-97EA-AC9664A5DEFD}"/>
                </c:ext>
              </c:extLst>
            </c:dLbl>
            <c:dLbl>
              <c:idx val="29"/>
              <c:layout>
                <c:manualLayout>
                  <c:x val="-9.9180689747200446E-3"/>
                  <c:y val="-1.584091682245355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AEC-4537-B0D0-303AA9ED2F98}"/>
                </c:ext>
              </c:extLst>
            </c:dLbl>
            <c:dLbl>
              <c:idx val="30"/>
              <c:layout>
                <c:manualLayout>
                  <c:x val="-6.6058210168839704E-3"/>
                  <c:y val="-1.58409168224535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98CE-4722-9542-4DB979AAC260}"/>
                </c:ext>
              </c:extLst>
            </c:dLbl>
            <c:dLbl>
              <c:idx val="31"/>
              <c:layout>
                <c:manualLayout>
                  <c:x val="-2.2197069585813665E-2"/>
                  <c:y val="1.11109672734094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C4CA-4E09-963B-77D7A3E55D68}"/>
                </c:ext>
              </c:extLst>
            </c:dLbl>
            <c:dLbl>
              <c:idx val="32"/>
              <c:layout>
                <c:manualLayout>
                  <c:x val="-1.2289781120848829E-2"/>
                  <c:y val="-2.20805963199855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FA89-4A19-9E2F-CEEA0745C146}"/>
                </c:ext>
              </c:extLst>
            </c:dLbl>
            <c:dLbl>
              <c:idx val="34"/>
              <c:layout>
                <c:manualLayout>
                  <c:x val="-1.0985339440477962E-2"/>
                  <c:y val="-2.12312936416261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9443-46CD-BEDD-56F532F61BA5}"/>
                </c:ext>
              </c:extLst>
            </c:dLbl>
            <c:dLbl>
              <c:idx val="35"/>
              <c:layout>
                <c:manualLayout>
                  <c:x val="-1.1112074094528433E-2"/>
                  <c:y val="-2.12312936416261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2A93-44B3-8369-03A6765DC1E0}"/>
                </c:ext>
              </c:extLst>
            </c:dLbl>
            <c:dLbl>
              <c:idx val="36"/>
              <c:layout>
                <c:manualLayout>
                  <c:x val="-1.2292497469763349E-2"/>
                  <c:y val="-1.04505400032809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1CB5-40AD-A1E7-3D85B2C63429}"/>
                </c:ext>
              </c:extLst>
            </c:dLbl>
            <c:dLbl>
              <c:idx val="37"/>
              <c:layout>
                <c:manualLayout>
                  <c:x val="-9.356718494321006E-3"/>
                  <c:y val="-2.8827905004582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8FF2-444D-A8B6-F893D113042A}"/>
                </c:ext>
              </c:extLst>
            </c:dLbl>
            <c:dLbl>
              <c:idx val="38"/>
              <c:layout>
                <c:manualLayout>
                  <c:x val="-2.4115830550419722E-2"/>
                  <c:y val="-2.04561616994202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71293149035706E-2"/>
                      <c:h val="3.3245650527133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4C-469A-4B8A-8014-5D845C9944F8}"/>
                </c:ext>
              </c:extLst>
            </c:dLbl>
            <c:dLbl>
              <c:idx val="39"/>
              <c:layout>
                <c:manualLayout>
                  <c:x val="-1.6609030552898391E-2"/>
                  <c:y val="-2.88256475827428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42BE-4EB9-97EA-AC9664A5DEFD}"/>
                </c:ext>
              </c:extLst>
            </c:dLbl>
            <c:dLbl>
              <c:idx val="40"/>
              <c:layout>
                <c:manualLayout>
                  <c:x val="-1.0983853937165246E-2"/>
                  <c:y val="-9.1857114268136444E-3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800"/>
                  </a:pPr>
                  <a:endParaRPr lang="es-MX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01060963443121E-2"/>
                      <c:h val="3.16820458644668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A-7AEC-4537-B0D0-303AA9ED2F98}"/>
                </c:ext>
              </c:extLst>
            </c:dLbl>
            <c:dLbl>
              <c:idx val="41"/>
              <c:layout>
                <c:manualLayout>
                  <c:x val="-1.1882159011839801E-2"/>
                  <c:y val="-3.05150505050719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98CE-4722-9542-4DB979AAC260}"/>
                </c:ext>
              </c:extLst>
            </c:dLbl>
            <c:dLbl>
              <c:idx val="42"/>
              <c:layout>
                <c:manualLayout>
                  <c:x val="-1.5485226075353726E-2"/>
                  <c:y val="-2.42004575029270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C4CA-4E09-963B-77D7A3E55D68}"/>
                </c:ext>
              </c:extLst>
            </c:dLbl>
            <c:dLbl>
              <c:idx val="43"/>
              <c:layout>
                <c:manualLayout>
                  <c:x val="-1.7725110413216939E-2"/>
                  <c:y val="-2.18973188501049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FA89-4A19-9E2F-CEEA0745C14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/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39</c:v>
                </c:pt>
                <c:pt idx="19">
                  <c:v>31</c:v>
                </c:pt>
                <c:pt idx="20">
                  <c:v>42</c:v>
                </c:pt>
                <c:pt idx="21">
                  <c:v>43</c:v>
                </c:pt>
                <c:pt idx="22">
                  <c:v>41</c:v>
                </c:pt>
                <c:pt idx="23">
                  <c:v>31</c:v>
                </c:pt>
                <c:pt idx="24">
                  <c:v>42</c:v>
                </c:pt>
                <c:pt idx="25">
                  <c:v>50</c:v>
                </c:pt>
                <c:pt idx="26">
                  <c:v>61</c:v>
                </c:pt>
                <c:pt idx="27">
                  <c:v>55</c:v>
                </c:pt>
                <c:pt idx="28">
                  <c:v>52</c:v>
                </c:pt>
                <c:pt idx="29">
                  <c:v>43</c:v>
                </c:pt>
                <c:pt idx="30">
                  <c:v>41</c:v>
                </c:pt>
                <c:pt idx="31">
                  <c:v>42</c:v>
                </c:pt>
                <c:pt idx="32">
                  <c:v>40</c:v>
                </c:pt>
                <c:pt idx="33">
                  <c:v>38</c:v>
                </c:pt>
                <c:pt idx="34">
                  <c:v>39</c:v>
                </c:pt>
                <c:pt idx="35">
                  <c:v>39</c:v>
                </c:pt>
                <c:pt idx="36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4-AD3F-4A5C-BE58-62D158C16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39</c:v>
                </c:pt>
                <c:pt idx="19">
                  <c:v>39</c:v>
                </c:pt>
                <c:pt idx="20">
                  <c:v>39</c:v>
                </c:pt>
                <c:pt idx="21">
                  <c:v>39</c:v>
                </c:pt>
                <c:pt idx="22">
                  <c:v>39</c:v>
                </c:pt>
                <c:pt idx="23">
                  <c:v>39</c:v>
                </c:pt>
                <c:pt idx="24">
                  <c:v>39</c:v>
                </c:pt>
                <c:pt idx="25">
                  <c:v>39</c:v>
                </c:pt>
                <c:pt idx="26">
                  <c:v>37</c:v>
                </c:pt>
                <c:pt idx="27">
                  <c:v>37</c:v>
                </c:pt>
                <c:pt idx="28">
                  <c:v>37</c:v>
                </c:pt>
                <c:pt idx="29">
                  <c:v>37</c:v>
                </c:pt>
                <c:pt idx="30">
                  <c:v>37</c:v>
                </c:pt>
                <c:pt idx="31">
                  <c:v>37</c:v>
                </c:pt>
                <c:pt idx="32">
                  <c:v>37</c:v>
                </c:pt>
                <c:pt idx="33">
                  <c:v>37</c:v>
                </c:pt>
                <c:pt idx="34">
                  <c:v>37</c:v>
                </c:pt>
                <c:pt idx="35">
                  <c:v>37</c:v>
                </c:pt>
                <c:pt idx="36">
                  <c:v>37</c:v>
                </c:pt>
                <c:pt idx="37">
                  <c:v>37</c:v>
                </c:pt>
                <c:pt idx="38">
                  <c:v>37</c:v>
                </c:pt>
                <c:pt idx="39">
                  <c:v>37</c:v>
                </c:pt>
                <c:pt idx="40">
                  <c:v>37</c:v>
                </c:pt>
                <c:pt idx="41">
                  <c:v>37</c:v>
                </c:pt>
                <c:pt idx="42">
                  <c:v>37</c:v>
                </c:pt>
                <c:pt idx="43">
                  <c:v>37</c:v>
                </c:pt>
                <c:pt idx="44">
                  <c:v>37</c:v>
                </c:pt>
                <c:pt idx="45">
                  <c:v>37</c:v>
                </c:pt>
                <c:pt idx="46">
                  <c:v>37</c:v>
                </c:pt>
                <c:pt idx="47">
                  <c:v>37</c:v>
                </c:pt>
                <c:pt idx="48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5-AD3F-4A5C-BE58-62D158C1609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39</c:v>
                </c:pt>
                <c:pt idx="19">
                  <c:v>39</c:v>
                </c:pt>
                <c:pt idx="20">
                  <c:v>39</c:v>
                </c:pt>
                <c:pt idx="21">
                  <c:v>39</c:v>
                </c:pt>
                <c:pt idx="22">
                  <c:v>39</c:v>
                </c:pt>
                <c:pt idx="23">
                  <c:v>39</c:v>
                </c:pt>
                <c:pt idx="24">
                  <c:v>39</c:v>
                </c:pt>
                <c:pt idx="25">
                  <c:v>39</c:v>
                </c:pt>
                <c:pt idx="26">
                  <c:v>37</c:v>
                </c:pt>
                <c:pt idx="27">
                  <c:v>37</c:v>
                </c:pt>
                <c:pt idx="28">
                  <c:v>37</c:v>
                </c:pt>
                <c:pt idx="29">
                  <c:v>37</c:v>
                </c:pt>
                <c:pt idx="30">
                  <c:v>37</c:v>
                </c:pt>
                <c:pt idx="31">
                  <c:v>37</c:v>
                </c:pt>
                <c:pt idx="32">
                  <c:v>37</c:v>
                </c:pt>
                <c:pt idx="33">
                  <c:v>37</c:v>
                </c:pt>
                <c:pt idx="34">
                  <c:v>37</c:v>
                </c:pt>
                <c:pt idx="35">
                  <c:v>37</c:v>
                </c:pt>
                <c:pt idx="36">
                  <c:v>37</c:v>
                </c:pt>
                <c:pt idx="37">
                  <c:v>37</c:v>
                </c:pt>
                <c:pt idx="38">
                  <c:v>37</c:v>
                </c:pt>
                <c:pt idx="39">
                  <c:v>37</c:v>
                </c:pt>
                <c:pt idx="40">
                  <c:v>37</c:v>
                </c:pt>
                <c:pt idx="41">
                  <c:v>37</c:v>
                </c:pt>
                <c:pt idx="42">
                  <c:v>37</c:v>
                </c:pt>
                <c:pt idx="43">
                  <c:v>37</c:v>
                </c:pt>
                <c:pt idx="44">
                  <c:v>37</c:v>
                </c:pt>
                <c:pt idx="45">
                  <c:v>37</c:v>
                </c:pt>
                <c:pt idx="46">
                  <c:v>37</c:v>
                </c:pt>
                <c:pt idx="47">
                  <c:v>37</c:v>
                </c:pt>
                <c:pt idx="48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6-AD3F-4A5C-BE58-62D158C16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498688"/>
        <c:axId val="84512768"/>
      </c:lineChart>
      <c:catAx>
        <c:axId val="84498688"/>
        <c:scaling>
          <c:orientation val="minMax"/>
        </c:scaling>
        <c:delete val="0"/>
        <c:axPos val="b"/>
        <c:numFmt formatCode="#,##0.00" sourceLinked="0"/>
        <c:majorTickMark val="in"/>
        <c:minorTickMark val="none"/>
        <c:tickLblPos val="nextTo"/>
        <c:spPr>
          <a:ln/>
        </c:spPr>
        <c:txPr>
          <a:bodyPr/>
          <a:lstStyle/>
          <a:p>
            <a:pPr>
              <a:defRPr sz="800"/>
            </a:pPr>
            <a:endParaRPr lang="es-MX"/>
          </a:p>
        </c:txPr>
        <c:crossAx val="84512768"/>
        <c:crosses val="autoZero"/>
        <c:auto val="1"/>
        <c:lblAlgn val="ctr"/>
        <c:lblOffset val="100"/>
        <c:noMultiLvlLbl val="0"/>
      </c:catAx>
      <c:valAx>
        <c:axId val="84512768"/>
        <c:scaling>
          <c:orientation val="minMax"/>
          <c:max val="90"/>
          <c:min val="-2"/>
        </c:scaling>
        <c:delete val="0"/>
        <c:axPos val="l"/>
        <c:majorGridlines>
          <c:spPr>
            <a:ln>
              <a:noFill/>
            </a:ln>
          </c:spPr>
        </c:majorGridlines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  <a:endParaRPr lang="es-MX"/>
          </a:p>
        </c:txPr>
        <c:crossAx val="84498688"/>
        <c:crosses val="autoZero"/>
        <c:crossBetween val="between"/>
      </c:valAx>
      <c:spPr>
        <a:noFill/>
      </c:spPr>
    </c:plotArea>
    <c:plotVisOnly val="1"/>
    <c:dispBlanksAs val="gap"/>
    <c:showDLblsOverMax val="0"/>
  </c:chart>
  <c:spPr>
    <a:noFill/>
    <a:ln w="15875">
      <a:solidFill>
        <a:sysClr val="windowText" lastClr="000000"/>
      </a:solidFill>
    </a:ln>
  </c:spPr>
  <c:txPr>
    <a:bodyPr/>
    <a:lstStyle/>
    <a:p>
      <a:pPr>
        <a:defRPr sz="5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8772965879265332E-4"/>
          <c:y val="3.4878194215197424E-2"/>
          <c:w val="0.99231176181102365"/>
          <c:h val="0.852193383926005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6F28-4881-9D82-58E3C66E7E6B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6F28-4881-9D82-58E3C66E7E6B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6F28-4881-9D82-58E3C66E7E6B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6F28-4881-9D82-58E3C66E7E6B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AEF6-49C6-85B2-C09FCC3C9BA6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6F28-4881-9D82-58E3C66E7E6B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6F28-4881-9D82-58E3C66E7E6B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6F28-4881-9D82-58E3C66E7E6B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6F28-4881-9D82-58E3C66E7E6B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6F28-4881-9D82-58E3C66E7E6B}"/>
              </c:ext>
            </c:extLst>
          </c:dPt>
          <c:dPt>
            <c:idx val="1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5-6F28-4881-9D82-58E3C66E7E6B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6F28-4881-9D82-58E3C66E7E6B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6F28-4881-9D82-58E3C66E7E6B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6F28-4881-9D82-58E3C66E7E6B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6F28-4881-9D82-58E3C66E7E6B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AEF6-49C6-85B2-C09FCC3C9BA6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6F28-4881-9D82-58E3C66E7E6B}"/>
              </c:ext>
            </c:extLst>
          </c:dPt>
          <c:dPt>
            <c:idx val="1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3-6F28-4881-9D82-58E3C66E7E6B}"/>
              </c:ext>
            </c:extLst>
          </c:dPt>
          <c:dPt>
            <c:idx val="18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5-6F28-4881-9D82-58E3C66E7E6B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F28-4881-9D82-58E3C66E7E6B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F28-4881-9D82-58E3C66E7E6B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6F28-4881-9D82-58E3C66E7E6B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6F28-4881-9D82-58E3C66E7E6B}"/>
                </c:ext>
              </c:extLst>
            </c:dLbl>
            <c:dLbl>
              <c:idx val="4"/>
              <c:layout>
                <c:manualLayout>
                  <c:x val="-5.6734452051849741E-3"/>
                  <c:y val="1.1264497496975438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F6-49C6-85B2-C09FCC3C9BA6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6F28-4881-9D82-58E3C66E7E6B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6F28-4881-9D82-58E3C66E7E6B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6F28-4881-9D82-58E3C66E7E6B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6F28-4881-9D82-58E3C66E7E6B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6F28-4881-9D82-58E3C66E7E6B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6F28-4881-9D82-58E3C66E7E6B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6F28-4881-9D82-58E3C66E7E6B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F28-4881-9D82-58E3C66E7E6B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6F28-4881-9D82-58E3C66E7E6B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6F28-4881-9D82-58E3C66E7E6B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 b="0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AEF6-49C6-85B2-C09FCC3C9BA6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6F28-4881-9D82-58E3C66E7E6B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6F28-4881-9D82-58E3C66E7E6B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5-6F28-4881-9D82-58E3C66E7E6B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7-6F28-4881-9D82-58E3C66E7E6B}"/>
                </c:ext>
              </c:extLst>
            </c:dLbl>
            <c:dLbl>
              <c:idx val="2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9-6F28-4881-9D82-58E3C66E7E6B}"/>
                </c:ext>
              </c:extLst>
            </c:dLbl>
            <c:dLbl>
              <c:idx val="2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E-1B77-4391-A13A-C0967B25AF76}"/>
                </c:ext>
              </c:extLst>
            </c:dLbl>
            <c:dLbl>
              <c:idx val="29"/>
              <c:layout>
                <c:manualLayout>
                  <c:x val="-1.418361301296237E-3"/>
                  <c:y val="1.40806218712193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267-46E0-9ACA-409B65DD2B5D}"/>
                </c:ext>
              </c:extLst>
            </c:dLbl>
            <c:dLbl>
              <c:idx val="30"/>
              <c:layout>
                <c:manualLayout>
                  <c:x val="0"/>
                  <c:y val="5.63224874848769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80A5-46F1-9A85-2C8B74C9E0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 baseline="0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17</c:v>
                </c:pt>
                <c:pt idx="1">
                  <c:v>14</c:v>
                </c:pt>
                <c:pt idx="2">
                  <c:v>10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13</c:v>
                </c:pt>
                <c:pt idx="8">
                  <c:v>13</c:v>
                </c:pt>
                <c:pt idx="9">
                  <c:v>14</c:v>
                </c:pt>
                <c:pt idx="10">
                  <c:v>14</c:v>
                </c:pt>
                <c:pt idx="11">
                  <c:v>14</c:v>
                </c:pt>
                <c:pt idx="12">
                  <c:v>13</c:v>
                </c:pt>
                <c:pt idx="13">
                  <c:v>17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15</c:v>
                </c:pt>
                <c:pt idx="18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D-AEF6-49C6-85B2-C09FCC3C9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4460288"/>
        <c:axId val="84461824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28575">
              <a:solidFill>
                <a:srgbClr val="691B31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31"/>
            <c:bubble3D val="0"/>
            <c:extLst>
              <c:ext xmlns:c16="http://schemas.microsoft.com/office/drawing/2014/chart" uri="{C3380CC4-5D6E-409C-BE32-E72D297353CC}">
                <c16:uniqueId val="{00000020-1A25-40D9-9FBF-40A9C66EADA6}"/>
              </c:ext>
            </c:extLst>
          </c:dPt>
          <c:dPt>
            <c:idx val="32"/>
            <c:bubble3D val="0"/>
            <c:extLst>
              <c:ext xmlns:c16="http://schemas.microsoft.com/office/drawing/2014/chart" uri="{C3380CC4-5D6E-409C-BE32-E72D297353CC}">
                <c16:uniqueId val="{00000022-290D-44EF-AF6E-F073D19A3F9C}"/>
              </c:ext>
            </c:extLst>
          </c:dPt>
          <c:dPt>
            <c:idx val="33"/>
            <c:bubble3D val="0"/>
            <c:extLst>
              <c:ext xmlns:c16="http://schemas.microsoft.com/office/drawing/2014/chart" uri="{C3380CC4-5D6E-409C-BE32-E72D297353CC}">
                <c16:uniqueId val="{00000024-5A81-46E3-A1A3-1ED02E82693E}"/>
              </c:ext>
            </c:extLst>
          </c:dPt>
          <c:dPt>
            <c:idx val="34"/>
            <c:bubble3D val="0"/>
            <c:extLst>
              <c:ext xmlns:c16="http://schemas.microsoft.com/office/drawing/2014/chart" uri="{C3380CC4-5D6E-409C-BE32-E72D297353CC}">
                <c16:uniqueId val="{00000026-C267-46E0-9ACA-409B65DD2B5D}"/>
              </c:ext>
            </c:extLst>
          </c:dPt>
          <c:dPt>
            <c:idx val="35"/>
            <c:bubble3D val="0"/>
            <c:extLst>
              <c:ext xmlns:c16="http://schemas.microsoft.com/office/drawing/2014/chart" uri="{C3380CC4-5D6E-409C-BE32-E72D297353CC}">
                <c16:uniqueId val="{00000028-80A5-46F1-9A85-2C8B74C9E08B}"/>
              </c:ext>
            </c:extLst>
          </c:dPt>
          <c:dLbls>
            <c:dLbl>
              <c:idx val="17"/>
              <c:layout>
                <c:manualLayout>
                  <c:x val="-2.5226624015748107E-2"/>
                  <c:y val="3.004807565640059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C267-46E0-9ACA-409B65DD2B5D}"/>
                </c:ext>
              </c:extLst>
            </c:dLbl>
            <c:dLbl>
              <c:idx val="18"/>
              <c:layout>
                <c:manualLayout>
                  <c:x val="-1.3117208005249344E-2"/>
                  <c:y val="2.70963833760117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80A5-46F1-9A85-2C8B74C9E08B}"/>
                </c:ext>
              </c:extLst>
            </c:dLbl>
            <c:dLbl>
              <c:idx val="22"/>
              <c:layout>
                <c:manualLayout>
                  <c:x val="-5.8255413385827539E-3"/>
                  <c:y val="-5.0257177044839346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C267-46E0-9ACA-409B65DD2B5D}"/>
                </c:ext>
              </c:extLst>
            </c:dLbl>
            <c:dLbl>
              <c:idx val="23"/>
              <c:layout>
                <c:manualLayout>
                  <c:x val="-4.3203740157481078E-3"/>
                  <c:y val="-1.305624297460763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80A5-46F1-9A85-2C8B74C9E08B}"/>
                </c:ext>
              </c:extLst>
            </c:dLbl>
            <c:dLbl>
              <c:idx val="34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800" baseline="0"/>
                  </a:pPr>
                  <a:endParaRPr lang="es-MX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444406658703742E-2"/>
                      <c:h val="3.87359016387626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6-C267-46E0-9ACA-409B65DD2B5D}"/>
                </c:ext>
              </c:extLst>
            </c:dLbl>
            <c:dLbl>
              <c:idx val="39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800" baseline="0"/>
                  </a:pPr>
                  <a:endParaRPr lang="es-MX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911785186388868E-2"/>
                      <c:h val="5.0000399135738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B-80A5-46F1-9A85-2C8B74C9E08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aseline="0"/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Sheet1!$C$2:$C$51</c:f>
              <c:numCache>
                <c:formatCode>General</c:formatCode>
                <c:ptCount val="50"/>
                <c:pt idx="19">
                  <c:v>19</c:v>
                </c:pt>
                <c:pt idx="20">
                  <c:v>6</c:v>
                </c:pt>
                <c:pt idx="21">
                  <c:v>0</c:v>
                </c:pt>
                <c:pt idx="22">
                  <c:v>10</c:v>
                </c:pt>
                <c:pt idx="23">
                  <c:v>11</c:v>
                </c:pt>
                <c:pt idx="24">
                  <c:v>10</c:v>
                </c:pt>
                <c:pt idx="25">
                  <c:v>17</c:v>
                </c:pt>
                <c:pt idx="26">
                  <c:v>23</c:v>
                </c:pt>
                <c:pt idx="27">
                  <c:v>15</c:v>
                </c:pt>
                <c:pt idx="28">
                  <c:v>8</c:v>
                </c:pt>
                <c:pt idx="29">
                  <c:v>0</c:v>
                </c:pt>
                <c:pt idx="30">
                  <c:v>29</c:v>
                </c:pt>
                <c:pt idx="31">
                  <c:v>21</c:v>
                </c:pt>
                <c:pt idx="32">
                  <c:v>12</c:v>
                </c:pt>
                <c:pt idx="33">
                  <c:v>16</c:v>
                </c:pt>
                <c:pt idx="34">
                  <c:v>19</c:v>
                </c:pt>
                <c:pt idx="35">
                  <c:v>19</c:v>
                </c:pt>
                <c:pt idx="36">
                  <c:v>23</c:v>
                </c:pt>
                <c:pt idx="37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4-AEF6-49C6-85B2-C09FCC3C9B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Sheet1!$D$2:$D$51</c:f>
              <c:numCache>
                <c:formatCode>General</c:formatCode>
                <c:ptCount val="50"/>
                <c:pt idx="19">
                  <c:v>16</c:v>
                </c:pt>
                <c:pt idx="20">
                  <c:v>16</c:v>
                </c:pt>
                <c:pt idx="21">
                  <c:v>16</c:v>
                </c:pt>
                <c:pt idx="22">
                  <c:v>16</c:v>
                </c:pt>
                <c:pt idx="23">
                  <c:v>16</c:v>
                </c:pt>
                <c:pt idx="24">
                  <c:v>16</c:v>
                </c:pt>
                <c:pt idx="25">
                  <c:v>16</c:v>
                </c:pt>
                <c:pt idx="26">
                  <c:v>16</c:v>
                </c:pt>
                <c:pt idx="27">
                  <c:v>22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5-AEF6-49C6-85B2-C09FCC3C9BA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Sheet1!$E$2:$E$51</c:f>
              <c:numCache>
                <c:formatCode>General</c:formatCode>
                <c:ptCount val="50"/>
                <c:pt idx="19">
                  <c:v>16</c:v>
                </c:pt>
                <c:pt idx="20">
                  <c:v>16</c:v>
                </c:pt>
                <c:pt idx="21">
                  <c:v>16</c:v>
                </c:pt>
                <c:pt idx="22">
                  <c:v>16</c:v>
                </c:pt>
                <c:pt idx="23">
                  <c:v>16</c:v>
                </c:pt>
                <c:pt idx="24">
                  <c:v>16</c:v>
                </c:pt>
                <c:pt idx="25">
                  <c:v>16</c:v>
                </c:pt>
                <c:pt idx="26">
                  <c:v>16</c:v>
                </c:pt>
                <c:pt idx="27">
                  <c:v>22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6-AEF6-49C6-85B2-C09FCC3C9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460288"/>
        <c:axId val="84461824"/>
      </c:lineChart>
      <c:catAx>
        <c:axId val="8446028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5400000" vert="horz"/>
          <a:lstStyle/>
          <a:p>
            <a:pPr>
              <a:defRPr sz="800"/>
            </a:pPr>
            <a:endParaRPr lang="es-MX"/>
          </a:p>
        </c:txPr>
        <c:crossAx val="84461824"/>
        <c:crosses val="autoZero"/>
        <c:auto val="1"/>
        <c:lblAlgn val="ctr"/>
        <c:lblOffset val="100"/>
        <c:noMultiLvlLbl val="0"/>
      </c:catAx>
      <c:valAx>
        <c:axId val="84461824"/>
        <c:scaling>
          <c:orientation val="minMax"/>
          <c:max val="3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MX"/>
          </a:p>
        </c:txPr>
        <c:crossAx val="84460288"/>
        <c:crosses val="autoZero"/>
        <c:crossBetween val="between"/>
      </c:valAx>
      <c:spPr>
        <a:noFill/>
      </c:spPr>
    </c:plotArea>
    <c:plotVisOnly val="1"/>
    <c:dispBlanksAs val="gap"/>
    <c:showDLblsOverMax val="0"/>
  </c:chart>
  <c:spPr>
    <a:noFill/>
    <a:ln w="15875">
      <a:solidFill>
        <a:sysClr val="windowText" lastClr="000000"/>
      </a:solidFill>
    </a:ln>
  </c:spPr>
  <c:txPr>
    <a:bodyPr/>
    <a:lstStyle/>
    <a:p>
      <a:pPr>
        <a:defRPr sz="500">
          <a:latin typeface="Montserrat" panose="00000500000000000000" pitchFamily="50" charset="0"/>
        </a:defRPr>
      </a:pPr>
      <a:endParaRPr lang="es-MX"/>
    </a:p>
  </c:txPr>
  <c:externalData r:id="rId2">
    <c:autoUpdate val="0"/>
  </c:externalData>
  <c:userShapes r:id="rId3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0496062992125983E-2"/>
          <c:y val="1.3463460161533698E-2"/>
          <c:w val="0.95689510478888429"/>
          <c:h val="0.852193383926005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56DF-436C-8B53-E10C0792D884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56DF-436C-8B53-E10C0792D884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56DF-436C-8B53-E10C0792D884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56DF-436C-8B53-E10C0792D884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B61F-460C-BEC2-CDAC591EA377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56DF-436C-8B53-E10C0792D884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56DF-436C-8B53-E10C0792D884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56DF-436C-8B53-E10C0792D884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B61F-460C-BEC2-CDAC591EA377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56DF-436C-8B53-E10C0792D884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56DF-436C-8B53-E10C0792D884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56DF-436C-8B53-E10C0792D884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56DF-436C-8B53-E10C0792D884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56DF-436C-8B53-E10C0792D884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56DF-436C-8B53-E10C0792D884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3D-65E6-407A-B507-6BFCA7600C2D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56DF-436C-8B53-E10C0792D884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56DF-436C-8B53-E10C0792D884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6DF-436C-8B53-E10C0792D884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6DF-436C-8B53-E10C0792D884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6DF-436C-8B53-E10C0792D884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56DF-436C-8B53-E10C0792D884}"/>
                </c:ext>
              </c:extLst>
            </c:dLbl>
            <c:dLbl>
              <c:idx val="4"/>
              <c:layout>
                <c:manualLayout>
                  <c:x val="-5.6734452051849741E-3"/>
                  <c:y val="1.1264497496975438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61F-460C-BEC2-CDAC591EA377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56DF-436C-8B53-E10C0792D884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56DF-436C-8B53-E10C0792D884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56DF-436C-8B53-E10C0792D884}"/>
                </c:ext>
              </c:extLst>
            </c:dLbl>
            <c:dLbl>
              <c:idx val="8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200" b="0" baseline="0"/>
                    </a:pPr>
                    <a:fld id="{FDBA55ED-370B-4304-A781-E96106EAD2A2}" type="VALUE">
                      <a:rPr lang="en-US" sz="900" b="0"/>
                      <a:pPr>
                        <a:defRPr sz="1200" b="0" baseline="0"/>
                      </a:pPr>
                      <a:t>[VALOR]</a:t>
                    </a:fld>
                    <a:endParaRPr lang="es-MX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B61F-460C-BEC2-CDAC591EA377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56DF-436C-8B53-E10C0792D884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56DF-436C-8B53-E10C0792D884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56DF-436C-8B53-E10C0792D884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56DF-436C-8B53-E10C0792D884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56DF-436C-8B53-E10C0792D884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56DF-436C-8B53-E10C0792D884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 b="0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D-65E6-407A-B507-6BFCA7600C2D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56DF-436C-8B53-E10C0792D884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56DF-436C-8B53-E10C0792D884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5-56DF-436C-8B53-E10C0792D884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7-56DF-436C-8B53-E10C0792D884}"/>
                </c:ext>
              </c:extLst>
            </c:dLbl>
            <c:dLbl>
              <c:idx val="2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9-56DF-436C-8B53-E10C0792D884}"/>
                </c:ext>
              </c:extLst>
            </c:dLbl>
            <c:dLbl>
              <c:idx val="2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B-56DF-436C-8B53-E10C0792D884}"/>
                </c:ext>
              </c:extLst>
            </c:dLbl>
            <c:dLbl>
              <c:idx val="2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baseline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E-6FC5-42BF-A9AF-2CD9CE259B46}"/>
                </c:ext>
              </c:extLst>
            </c:dLbl>
            <c:dLbl>
              <c:idx val="29"/>
              <c:layout>
                <c:manualLayout>
                  <c:x val="-1.418361301296237E-3"/>
                  <c:y val="1.40806218712193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EDE-4E2F-9F79-C6DDF1B85B0F}"/>
                </c:ext>
              </c:extLst>
            </c:dLbl>
            <c:dLbl>
              <c:idx val="30"/>
              <c:layout>
                <c:manualLayout>
                  <c:x val="0"/>
                  <c:y val="5.63224874848769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83D2-41FE-83C6-3FF003B526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 baseline="0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218</c:v>
                </c:pt>
                <c:pt idx="1">
                  <c:v>185</c:v>
                </c:pt>
                <c:pt idx="2">
                  <c:v>184</c:v>
                </c:pt>
                <c:pt idx="3">
                  <c:v>176</c:v>
                </c:pt>
                <c:pt idx="4">
                  <c:v>244</c:v>
                </c:pt>
                <c:pt idx="5">
                  <c:v>258</c:v>
                </c:pt>
                <c:pt idx="6">
                  <c:v>260</c:v>
                </c:pt>
                <c:pt idx="7">
                  <c:v>271</c:v>
                </c:pt>
                <c:pt idx="8">
                  <c:v>208</c:v>
                </c:pt>
                <c:pt idx="9">
                  <c:v>187</c:v>
                </c:pt>
                <c:pt idx="10">
                  <c:v>103</c:v>
                </c:pt>
                <c:pt idx="11">
                  <c:v>168</c:v>
                </c:pt>
                <c:pt idx="12">
                  <c:v>212</c:v>
                </c:pt>
                <c:pt idx="13">
                  <c:v>167</c:v>
                </c:pt>
                <c:pt idx="14">
                  <c:v>180</c:v>
                </c:pt>
                <c:pt idx="15">
                  <c:v>224</c:v>
                </c:pt>
                <c:pt idx="16">
                  <c:v>248</c:v>
                </c:pt>
                <c:pt idx="17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D-B61F-460C-BEC2-CDAC591EA3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4460288"/>
        <c:axId val="84461824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28575">
              <a:solidFill>
                <a:srgbClr val="691B31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31"/>
            <c:bubble3D val="0"/>
            <c:extLst>
              <c:ext xmlns:c16="http://schemas.microsoft.com/office/drawing/2014/chart" uri="{C3380CC4-5D6E-409C-BE32-E72D297353CC}">
                <c16:uniqueId val="{00000039-B61F-460C-BEC2-CDAC591EA377}"/>
              </c:ext>
            </c:extLst>
          </c:dPt>
          <c:dPt>
            <c:idx val="32"/>
            <c:bubble3D val="0"/>
            <c:extLst>
              <c:ext xmlns:c16="http://schemas.microsoft.com/office/drawing/2014/chart" uri="{C3380CC4-5D6E-409C-BE32-E72D297353CC}">
                <c16:uniqueId val="{0000003A-B61F-460C-BEC2-CDAC591EA377}"/>
              </c:ext>
            </c:extLst>
          </c:dPt>
          <c:dPt>
            <c:idx val="33"/>
            <c:bubble3D val="0"/>
            <c:extLst>
              <c:ext xmlns:c16="http://schemas.microsoft.com/office/drawing/2014/chart" uri="{C3380CC4-5D6E-409C-BE32-E72D297353CC}">
                <c16:uniqueId val="{0000003B-B61F-460C-BEC2-CDAC591EA377}"/>
              </c:ext>
            </c:extLst>
          </c:dPt>
          <c:dPt>
            <c:idx val="34"/>
            <c:bubble3D val="0"/>
            <c:extLst>
              <c:ext xmlns:c16="http://schemas.microsoft.com/office/drawing/2014/chart" uri="{C3380CC4-5D6E-409C-BE32-E72D297353CC}">
                <c16:uniqueId val="{0000003C-B61F-460C-BEC2-CDAC591EA377}"/>
              </c:ext>
            </c:extLst>
          </c:dPt>
          <c:dPt>
            <c:idx val="35"/>
            <c:bubble3D val="0"/>
            <c:extLst>
              <c:ext xmlns:c16="http://schemas.microsoft.com/office/drawing/2014/chart" uri="{C3380CC4-5D6E-409C-BE32-E72D297353CC}">
                <c16:uniqueId val="{00000028-83D2-41FE-83C6-3FF003B52680}"/>
              </c:ext>
            </c:extLst>
          </c:dPt>
          <c:dLbls>
            <c:dLbl>
              <c:idx val="34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800" baseline="0"/>
                  </a:pPr>
                  <a:endParaRPr lang="es-MX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444406658703742E-2"/>
                      <c:h val="3.87359016387626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C-B61F-460C-BEC2-CDAC591EA377}"/>
                </c:ext>
              </c:extLst>
            </c:dLbl>
            <c:dLbl>
              <c:idx val="39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800" baseline="0"/>
                  </a:pPr>
                  <a:endParaRPr lang="es-MX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911785186388868E-2"/>
                      <c:h val="5.0000399135738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9-83D2-41FE-83C6-3FF003B5268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aseline="0"/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197</c:v>
                </c:pt>
                <c:pt idx="19">
                  <c:v>199</c:v>
                </c:pt>
                <c:pt idx="20">
                  <c:v>200</c:v>
                </c:pt>
                <c:pt idx="21">
                  <c:v>233</c:v>
                </c:pt>
                <c:pt idx="22">
                  <c:v>187</c:v>
                </c:pt>
                <c:pt idx="23">
                  <c:v>180</c:v>
                </c:pt>
                <c:pt idx="24">
                  <c:v>235</c:v>
                </c:pt>
                <c:pt idx="25">
                  <c:v>199</c:v>
                </c:pt>
                <c:pt idx="26">
                  <c:v>196</c:v>
                </c:pt>
                <c:pt idx="27">
                  <c:v>235</c:v>
                </c:pt>
                <c:pt idx="28">
                  <c:v>195</c:v>
                </c:pt>
                <c:pt idx="29">
                  <c:v>221</c:v>
                </c:pt>
                <c:pt idx="30">
                  <c:v>198</c:v>
                </c:pt>
                <c:pt idx="31">
                  <c:v>219</c:v>
                </c:pt>
                <c:pt idx="32">
                  <c:v>216</c:v>
                </c:pt>
                <c:pt idx="33">
                  <c:v>176</c:v>
                </c:pt>
                <c:pt idx="34">
                  <c:v>165</c:v>
                </c:pt>
                <c:pt idx="35">
                  <c:v>158</c:v>
                </c:pt>
                <c:pt idx="36">
                  <c:v>192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B-B61F-460C-BEC2-CDAC591EA3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246</c:v>
                </c:pt>
                <c:pt idx="19">
                  <c:v>239</c:v>
                </c:pt>
                <c:pt idx="20">
                  <c:v>234</c:v>
                </c:pt>
                <c:pt idx="21">
                  <c:v>237</c:v>
                </c:pt>
                <c:pt idx="22">
                  <c:v>241</c:v>
                </c:pt>
                <c:pt idx="23">
                  <c:v>241</c:v>
                </c:pt>
                <c:pt idx="24">
                  <c:v>241</c:v>
                </c:pt>
                <c:pt idx="25">
                  <c:v>242</c:v>
                </c:pt>
                <c:pt idx="26">
                  <c:v>254</c:v>
                </c:pt>
                <c:pt idx="27">
                  <c:v>245</c:v>
                </c:pt>
                <c:pt idx="28">
                  <c:v>242</c:v>
                </c:pt>
                <c:pt idx="29">
                  <c:v>242</c:v>
                </c:pt>
                <c:pt idx="30">
                  <c:v>242</c:v>
                </c:pt>
                <c:pt idx="31">
                  <c:v>242</c:v>
                </c:pt>
                <c:pt idx="32">
                  <c:v>242</c:v>
                </c:pt>
                <c:pt idx="33">
                  <c:v>242</c:v>
                </c:pt>
                <c:pt idx="34">
                  <c:v>242</c:v>
                </c:pt>
                <c:pt idx="35">
                  <c:v>242</c:v>
                </c:pt>
                <c:pt idx="36">
                  <c:v>242</c:v>
                </c:pt>
                <c:pt idx="37">
                  <c:v>242</c:v>
                </c:pt>
                <c:pt idx="38">
                  <c:v>245</c:v>
                </c:pt>
                <c:pt idx="39">
                  <c:v>249</c:v>
                </c:pt>
                <c:pt idx="40">
                  <c:v>249</c:v>
                </c:pt>
                <c:pt idx="41">
                  <c:v>249</c:v>
                </c:pt>
                <c:pt idx="42">
                  <c:v>249</c:v>
                </c:pt>
                <c:pt idx="43">
                  <c:v>249</c:v>
                </c:pt>
                <c:pt idx="44">
                  <c:v>249</c:v>
                </c:pt>
                <c:pt idx="45">
                  <c:v>249</c:v>
                </c:pt>
                <c:pt idx="46">
                  <c:v>249</c:v>
                </c:pt>
                <c:pt idx="47">
                  <c:v>249</c:v>
                </c:pt>
                <c:pt idx="48">
                  <c:v>249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C-B61F-460C-BEC2-CDAC591EA37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246</c:v>
                </c:pt>
                <c:pt idx="19">
                  <c:v>239</c:v>
                </c:pt>
                <c:pt idx="20">
                  <c:v>234</c:v>
                </c:pt>
                <c:pt idx="21">
                  <c:v>237</c:v>
                </c:pt>
                <c:pt idx="22">
                  <c:v>241</c:v>
                </c:pt>
                <c:pt idx="23">
                  <c:v>241</c:v>
                </c:pt>
                <c:pt idx="24">
                  <c:v>241</c:v>
                </c:pt>
                <c:pt idx="25">
                  <c:v>242</c:v>
                </c:pt>
                <c:pt idx="26">
                  <c:v>254</c:v>
                </c:pt>
                <c:pt idx="27">
                  <c:v>245</c:v>
                </c:pt>
                <c:pt idx="28">
                  <c:v>242</c:v>
                </c:pt>
                <c:pt idx="29">
                  <c:v>242</c:v>
                </c:pt>
                <c:pt idx="30">
                  <c:v>242</c:v>
                </c:pt>
                <c:pt idx="31">
                  <c:v>242</c:v>
                </c:pt>
                <c:pt idx="32">
                  <c:v>242</c:v>
                </c:pt>
                <c:pt idx="33">
                  <c:v>242</c:v>
                </c:pt>
                <c:pt idx="34">
                  <c:v>242</c:v>
                </c:pt>
                <c:pt idx="35">
                  <c:v>242</c:v>
                </c:pt>
                <c:pt idx="36">
                  <c:v>242</c:v>
                </c:pt>
                <c:pt idx="37">
                  <c:v>242</c:v>
                </c:pt>
                <c:pt idx="38">
                  <c:v>245</c:v>
                </c:pt>
                <c:pt idx="39">
                  <c:v>249</c:v>
                </c:pt>
                <c:pt idx="40">
                  <c:v>249</c:v>
                </c:pt>
                <c:pt idx="41">
                  <c:v>249</c:v>
                </c:pt>
                <c:pt idx="42">
                  <c:v>249</c:v>
                </c:pt>
                <c:pt idx="43">
                  <c:v>249</c:v>
                </c:pt>
                <c:pt idx="44">
                  <c:v>249</c:v>
                </c:pt>
                <c:pt idx="45">
                  <c:v>249</c:v>
                </c:pt>
                <c:pt idx="46">
                  <c:v>249</c:v>
                </c:pt>
                <c:pt idx="47">
                  <c:v>249</c:v>
                </c:pt>
                <c:pt idx="48">
                  <c:v>249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D-B61F-460C-BEC2-CDAC591EA3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460288"/>
        <c:axId val="84461824"/>
      </c:lineChart>
      <c:catAx>
        <c:axId val="8446028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  <a:endParaRPr lang="es-MX"/>
          </a:p>
        </c:txPr>
        <c:crossAx val="84461824"/>
        <c:crosses val="autoZero"/>
        <c:auto val="1"/>
        <c:lblAlgn val="ctr"/>
        <c:lblOffset val="100"/>
        <c:noMultiLvlLbl val="0"/>
      </c:catAx>
      <c:valAx>
        <c:axId val="84461824"/>
        <c:scaling>
          <c:orientation val="minMax"/>
          <c:max val="4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  <a:endParaRPr lang="es-MX"/>
          </a:p>
        </c:txPr>
        <c:crossAx val="84460288"/>
        <c:crosses val="autoZero"/>
        <c:crossBetween val="between"/>
      </c:valAx>
      <c:spPr>
        <a:noFill/>
      </c:spPr>
    </c:plotArea>
    <c:plotVisOnly val="1"/>
    <c:dispBlanksAs val="gap"/>
    <c:showDLblsOverMax val="0"/>
  </c:chart>
  <c:spPr>
    <a:solidFill>
      <a:sysClr val="window" lastClr="FFFFFF"/>
    </a:solidFill>
    <a:ln w="15875">
      <a:solidFill>
        <a:sysClr val="windowText" lastClr="000000"/>
      </a:solidFill>
    </a:ln>
  </c:spPr>
  <c:txPr>
    <a:bodyPr/>
    <a:lstStyle/>
    <a:p>
      <a:pPr>
        <a:defRPr sz="500">
          <a:latin typeface="Montserrat" panose="00000500000000000000" pitchFamily="50" charset="0"/>
        </a:defRPr>
      </a:pPr>
      <a:endParaRPr lang="es-MX"/>
    </a:p>
  </c:txPr>
  <c:externalData r:id="rId2">
    <c:autoUpdate val="0"/>
  </c:externalData>
  <c:userShapes r:id="rId3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Hoja1!$B$2:$B$19</c:f>
              <c:numCache>
                <c:formatCode>General</c:formatCode>
                <c:ptCount val="18"/>
                <c:pt idx="0">
                  <c:v>32.135489300000003</c:v>
                </c:pt>
                <c:pt idx="1">
                  <c:v>32.403510699999998</c:v>
                </c:pt>
                <c:pt idx="2">
                  <c:v>32.023145300000003</c:v>
                </c:pt>
                <c:pt idx="3">
                  <c:v>30.555659899999998</c:v>
                </c:pt>
                <c:pt idx="4">
                  <c:v>31.691297899999999</c:v>
                </c:pt>
                <c:pt idx="5">
                  <c:v>32.0527126</c:v>
                </c:pt>
                <c:pt idx="6">
                  <c:v>30.838944399999999</c:v>
                </c:pt>
                <c:pt idx="7">
                  <c:v>30.6385711</c:v>
                </c:pt>
                <c:pt idx="8">
                  <c:v>33.719093200000003</c:v>
                </c:pt>
                <c:pt idx="9">
                  <c:v>36.506614499999998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Hoja1!$C$2:$C$19</c:f>
              <c:numCache>
                <c:formatCode>General</c:formatCode>
                <c:ptCount val="18"/>
                <c:pt idx="0">
                  <c:v>20.029125000000001</c:v>
                </c:pt>
                <c:pt idx="1">
                  <c:v>19.0904244</c:v>
                </c:pt>
                <c:pt idx="2">
                  <c:v>22.006214700000001</c:v>
                </c:pt>
                <c:pt idx="3">
                  <c:v>19.234511399999999</c:v>
                </c:pt>
                <c:pt idx="4">
                  <c:v>16.535925599999999</c:v>
                </c:pt>
                <c:pt idx="5">
                  <c:v>17.9411925</c:v>
                </c:pt>
                <c:pt idx="6">
                  <c:v>17.024542499999999</c:v>
                </c:pt>
                <c:pt idx="7">
                  <c:v>19.873304099999999</c:v>
                </c:pt>
                <c:pt idx="8">
                  <c:v>22.469813500000001</c:v>
                </c:pt>
                <c:pt idx="9">
                  <c:v>25.111234100000001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Turbosina</c:v>
                </c:pt>
              </c:strCache>
            </c:strRef>
          </c:tx>
          <c:spPr>
            <a:solidFill>
              <a:srgbClr val="B7903D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Hoja1!$D$2:$D$19</c:f>
              <c:numCache>
                <c:formatCode>General</c:formatCode>
                <c:ptCount val="18"/>
                <c:pt idx="0">
                  <c:v>5.2805246099999996</c:v>
                </c:pt>
                <c:pt idx="1">
                  <c:v>5.6635076599999996</c:v>
                </c:pt>
                <c:pt idx="2">
                  <c:v>4.9000328199999998</c:v>
                </c:pt>
                <c:pt idx="3">
                  <c:v>2.96212104</c:v>
                </c:pt>
                <c:pt idx="4">
                  <c:v>3.99392397</c:v>
                </c:pt>
                <c:pt idx="5">
                  <c:v>4.0534733100000002</c:v>
                </c:pt>
                <c:pt idx="6">
                  <c:v>4.5827250199999998</c:v>
                </c:pt>
                <c:pt idx="7">
                  <c:v>3.7020153100000002</c:v>
                </c:pt>
                <c:pt idx="8">
                  <c:v>4.2583160299999996</c:v>
                </c:pt>
                <c:pt idx="9">
                  <c:v>4.1960772400000002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Hoja1!$E$2:$E$19</c:f>
              <c:numCache>
                <c:formatCode>General</c:formatCode>
                <c:ptCount val="18"/>
                <c:pt idx="0">
                  <c:v>57.445138910000004</c:v>
                </c:pt>
                <c:pt idx="1">
                  <c:v>57.157442760000002</c:v>
                </c:pt>
                <c:pt idx="2">
                  <c:v>58.929392820000004</c:v>
                </c:pt>
                <c:pt idx="3">
                  <c:v>52.752292339999997</c:v>
                </c:pt>
                <c:pt idx="4">
                  <c:v>52.221147469999991</c:v>
                </c:pt>
                <c:pt idx="5">
                  <c:v>54.04737841</c:v>
                </c:pt>
                <c:pt idx="6">
                  <c:v>52.446211919999996</c:v>
                </c:pt>
                <c:pt idx="7">
                  <c:v>54.213890509999999</c:v>
                </c:pt>
                <c:pt idx="8">
                  <c:v>60.447222730000007</c:v>
                </c:pt>
                <c:pt idx="9">
                  <c:v>65.813925839999996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BBF-4EC4-8C19-604958AA2EAC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Columna12</c:v>
                </c:pt>
              </c:strCache>
            </c:strRef>
          </c:tx>
          <c:spPr>
            <a:ln w="25400" cap="rnd">
              <a:solidFill>
                <a:srgbClr val="1E5B4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245C4F"/>
              </a:solidFill>
              <a:ln w="9525">
                <a:solidFill>
                  <a:srgbClr val="245C4F"/>
                </a:solidFill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Hoja1!$F$2:$F$19</c:f>
              <c:numCache>
                <c:formatCode>General</c:formatCode>
                <c:ptCount val="18"/>
                <c:pt idx="10">
                  <c:v>67.071913690000002</c:v>
                </c:pt>
                <c:pt idx="11">
                  <c:v>63.282449540000002</c:v>
                </c:pt>
                <c:pt idx="12">
                  <c:v>61.613882150000002</c:v>
                </c:pt>
                <c:pt idx="13">
                  <c:v>68.451301489999992</c:v>
                </c:pt>
                <c:pt idx="14">
                  <c:v>69.707517809999999</c:v>
                </c:pt>
                <c:pt idx="15">
                  <c:v>69.53954542000001</c:v>
                </c:pt>
                <c:pt idx="16">
                  <c:v>66.214180260000006</c:v>
                </c:pt>
                <c:pt idx="17">
                  <c:v>71.401886020000006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02-48A9-B3B0-8186D6B937B7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Columna13</c:v>
                </c:pt>
              </c:strCache>
            </c:strRef>
          </c:tx>
          <c:spPr>
            <a:ln w="25400" cap="rnd">
              <a:solidFill>
                <a:srgbClr val="245C4F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Hoja1!$G$2:$G$19</c:f>
              <c:numCache>
                <c:formatCode>General</c:formatCode>
                <c:ptCount val="18"/>
                <c:pt idx="10">
                  <c:v>36.053398100000003</c:v>
                </c:pt>
                <c:pt idx="11">
                  <c:v>33.684762900000003</c:v>
                </c:pt>
                <c:pt idx="12">
                  <c:v>32.880124100000003</c:v>
                </c:pt>
                <c:pt idx="13">
                  <c:v>39.7556783</c:v>
                </c:pt>
                <c:pt idx="14">
                  <c:v>41.376544099999997</c:v>
                </c:pt>
                <c:pt idx="15">
                  <c:v>40.3106802</c:v>
                </c:pt>
                <c:pt idx="16">
                  <c:v>39.403051499999997</c:v>
                </c:pt>
                <c:pt idx="17">
                  <c:v>40.9929937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02-48A9-B3B0-8186D6B937B7}"/>
            </c:ext>
          </c:extLst>
        </c:ser>
        <c:ser>
          <c:idx val="6"/>
          <c:order val="6"/>
          <c:tx>
            <c:strRef>
              <c:f>Hoja1!$H$1</c:f>
              <c:strCache>
                <c:ptCount val="1"/>
                <c:pt idx="0">
                  <c:v>Columna2</c:v>
                </c:pt>
              </c:strCache>
            </c:strRef>
          </c:tx>
          <c:spPr>
            <a:ln w="25400" cap="rnd">
              <a:solidFill>
                <a:srgbClr val="691932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Hoja1!$H$2:$H$19</c:f>
              <c:numCache>
                <c:formatCode>General</c:formatCode>
                <c:ptCount val="18"/>
                <c:pt idx="10">
                  <c:v>26.163735200000001</c:v>
                </c:pt>
                <c:pt idx="11">
                  <c:v>25.106206100000001</c:v>
                </c:pt>
                <c:pt idx="12">
                  <c:v>23.988598700000001</c:v>
                </c:pt>
                <c:pt idx="13">
                  <c:v>24.419917999999999</c:v>
                </c:pt>
                <c:pt idx="14">
                  <c:v>24.630133600000001</c:v>
                </c:pt>
                <c:pt idx="15">
                  <c:v>24.705030399999998</c:v>
                </c:pt>
                <c:pt idx="16">
                  <c:v>23.697680600000002</c:v>
                </c:pt>
                <c:pt idx="17">
                  <c:v>26.7726829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402-48A9-B3B0-8186D6B937B7}"/>
            </c:ext>
          </c:extLst>
        </c:ser>
        <c:ser>
          <c:idx val="7"/>
          <c:order val="7"/>
          <c:tx>
            <c:strRef>
              <c:f>Hoja1!$I$1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solidFill>
                <a:srgbClr val="B7903D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Hoja1!$I$2:$I$19</c:f>
              <c:numCache>
                <c:formatCode>General</c:formatCode>
                <c:ptCount val="18"/>
                <c:pt idx="10">
                  <c:v>4.8547803900000002</c:v>
                </c:pt>
                <c:pt idx="11">
                  <c:v>4.4914805400000004</c:v>
                </c:pt>
                <c:pt idx="12">
                  <c:v>4.7451593499999998</c:v>
                </c:pt>
                <c:pt idx="13">
                  <c:v>4.27570519</c:v>
                </c:pt>
                <c:pt idx="14">
                  <c:v>3.7008401100000001</c:v>
                </c:pt>
                <c:pt idx="15">
                  <c:v>4.5238348200000003</c:v>
                </c:pt>
                <c:pt idx="16">
                  <c:v>3.1134481599999999</c:v>
                </c:pt>
                <c:pt idx="17">
                  <c:v>3.6362094200000001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402-48A9-B3B0-8186D6B9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0595882545931759E-2"/>
          <c:y val="1.6867435188465934E-2"/>
          <c:w val="0.96107078412073488"/>
          <c:h val="0.880560550234634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CEE2-405B-A23D-2D008F8CCF0E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CEE2-405B-A23D-2D008F8CCF0E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1D7B-4F0B-9A66-F1A657A87F3C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1D7B-4F0B-9A66-F1A657A87F3C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CEE2-405B-A23D-2D008F8CCF0E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CEE2-405B-A23D-2D008F8CCF0E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CEE2-405B-A23D-2D008F8CCF0E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CEE2-405B-A23D-2D008F8CCF0E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CEE2-405B-A23D-2D008F8CCF0E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CEE2-405B-A23D-2D008F8CCF0E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CEE2-405B-A23D-2D008F8CCF0E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CEE2-405B-A23D-2D008F8CCF0E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CEE2-405B-A23D-2D008F8CCF0E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CEE2-405B-A23D-2D008F8CCF0E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CEE2-405B-A23D-2D008F8CCF0E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1D7B-4F0B-9A66-F1A657A87F3C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CEE2-405B-A23D-2D008F8CCF0E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3398-4348-9DF2-E3BAD6E50F11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E2-405B-A23D-2D008F8CCF0E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E2-405B-A23D-2D008F8CCF0E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D7B-4F0B-9A66-F1A657A87F3C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10416666666668E-2"/>
                      <c:h val="4.65379619429476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1D7B-4F0B-9A66-F1A657A87F3C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EE2-405B-A23D-2D008F8CCF0E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EE2-405B-A23D-2D008F8CCF0E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EE2-405B-A23D-2D008F8CCF0E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EE2-405B-A23D-2D008F8CCF0E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EE2-405B-A23D-2D008F8CCF0E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EE2-405B-A23D-2D008F8CCF0E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EE2-405B-A23D-2D008F8CCF0E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EE2-405B-A23D-2D008F8CCF0E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CEE2-405B-A23D-2D008F8CCF0E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CEE2-405B-A23D-2D008F8CCF0E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CEE2-405B-A23D-2D008F8CCF0E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>
                      <a:latin typeface="Montserrat" panose="00000500000000000000" pitchFamily="50" charset="0"/>
                    </a:defRPr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1D7B-4F0B-9A66-F1A657A87F3C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EE2-405B-A23D-2D008F8CCF0E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3398-4348-9DF2-E3BAD6E50F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latin typeface="Montserrat" panose="00000500000000000000" pitchFamily="50" charset="0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127</c:v>
                </c:pt>
                <c:pt idx="1">
                  <c:v>118</c:v>
                </c:pt>
                <c:pt idx="2">
                  <c:v>103</c:v>
                </c:pt>
                <c:pt idx="3">
                  <c:v>103</c:v>
                </c:pt>
                <c:pt idx="4">
                  <c:v>122</c:v>
                </c:pt>
                <c:pt idx="5">
                  <c:v>119</c:v>
                </c:pt>
                <c:pt idx="6">
                  <c:v>119</c:v>
                </c:pt>
                <c:pt idx="7">
                  <c:v>143</c:v>
                </c:pt>
                <c:pt idx="8">
                  <c:v>147</c:v>
                </c:pt>
                <c:pt idx="9">
                  <c:v>160</c:v>
                </c:pt>
                <c:pt idx="10">
                  <c:v>152</c:v>
                </c:pt>
                <c:pt idx="11">
                  <c:v>163</c:v>
                </c:pt>
                <c:pt idx="12">
                  <c:v>173</c:v>
                </c:pt>
                <c:pt idx="13">
                  <c:v>165</c:v>
                </c:pt>
                <c:pt idx="14">
                  <c:v>172</c:v>
                </c:pt>
                <c:pt idx="15">
                  <c:v>149</c:v>
                </c:pt>
                <c:pt idx="16">
                  <c:v>160</c:v>
                </c:pt>
                <c:pt idx="17">
                  <c:v>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1D7B-4F0B-9A66-F1A657A87F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9C1C-48FB-AD12-419D23DC0660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9C1C-48FB-AD12-419D23DC0660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9C1C-48FB-AD12-419D23DC0660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9C1C-48FB-AD12-419D23DC0660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9C1C-48FB-AD12-419D23DC0660}"/>
                </c:ext>
              </c:extLst>
            </c:dLbl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01C3-4EDC-B1AA-BF6A5A76BE2E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9C1C-48FB-AD12-419D23DC0660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9C1C-48FB-AD12-419D23DC066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Montserrat" panose="00000500000000000000" pitchFamily="50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114</c:v>
                </c:pt>
                <c:pt idx="19">
                  <c:v>107</c:v>
                </c:pt>
                <c:pt idx="20">
                  <c:v>98</c:v>
                </c:pt>
                <c:pt idx="21">
                  <c:v>86</c:v>
                </c:pt>
                <c:pt idx="22">
                  <c:v>89</c:v>
                </c:pt>
                <c:pt idx="23">
                  <c:v>84</c:v>
                </c:pt>
                <c:pt idx="24">
                  <c:v>108</c:v>
                </c:pt>
                <c:pt idx="25">
                  <c:v>117</c:v>
                </c:pt>
                <c:pt idx="26">
                  <c:v>93</c:v>
                </c:pt>
                <c:pt idx="27">
                  <c:v>169</c:v>
                </c:pt>
                <c:pt idx="28">
                  <c:v>169</c:v>
                </c:pt>
                <c:pt idx="29">
                  <c:v>160</c:v>
                </c:pt>
                <c:pt idx="30">
                  <c:v>166</c:v>
                </c:pt>
                <c:pt idx="31">
                  <c:v>169</c:v>
                </c:pt>
                <c:pt idx="32">
                  <c:v>171</c:v>
                </c:pt>
                <c:pt idx="33">
                  <c:v>170</c:v>
                </c:pt>
                <c:pt idx="34">
                  <c:v>173</c:v>
                </c:pt>
                <c:pt idx="35">
                  <c:v>182</c:v>
                </c:pt>
                <c:pt idx="36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F-1D7B-4F0B-9A66-F1A657A87F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115</c:v>
                </c:pt>
                <c:pt idx="19">
                  <c:v>110</c:v>
                </c:pt>
                <c:pt idx="20">
                  <c:v>110</c:v>
                </c:pt>
                <c:pt idx="21">
                  <c:v>110</c:v>
                </c:pt>
                <c:pt idx="22">
                  <c:v>110</c:v>
                </c:pt>
                <c:pt idx="23">
                  <c:v>110</c:v>
                </c:pt>
                <c:pt idx="24">
                  <c:v>110</c:v>
                </c:pt>
                <c:pt idx="25">
                  <c:v>115</c:v>
                </c:pt>
                <c:pt idx="26">
                  <c:v>170</c:v>
                </c:pt>
                <c:pt idx="27">
                  <c:v>170</c:v>
                </c:pt>
                <c:pt idx="28">
                  <c:v>170</c:v>
                </c:pt>
                <c:pt idx="29">
                  <c:v>170</c:v>
                </c:pt>
                <c:pt idx="30">
                  <c:v>170</c:v>
                </c:pt>
                <c:pt idx="31">
                  <c:v>170</c:v>
                </c:pt>
                <c:pt idx="32">
                  <c:v>170</c:v>
                </c:pt>
                <c:pt idx="33">
                  <c:v>170</c:v>
                </c:pt>
                <c:pt idx="34">
                  <c:v>170</c:v>
                </c:pt>
                <c:pt idx="35">
                  <c:v>170</c:v>
                </c:pt>
                <c:pt idx="36">
                  <c:v>170</c:v>
                </c:pt>
                <c:pt idx="37">
                  <c:v>170</c:v>
                </c:pt>
                <c:pt idx="38">
                  <c:v>170</c:v>
                </c:pt>
                <c:pt idx="39">
                  <c:v>170</c:v>
                </c:pt>
                <c:pt idx="40">
                  <c:v>170</c:v>
                </c:pt>
                <c:pt idx="41">
                  <c:v>170</c:v>
                </c:pt>
                <c:pt idx="42">
                  <c:v>170</c:v>
                </c:pt>
                <c:pt idx="43">
                  <c:v>170</c:v>
                </c:pt>
                <c:pt idx="44">
                  <c:v>170</c:v>
                </c:pt>
                <c:pt idx="45">
                  <c:v>170</c:v>
                </c:pt>
                <c:pt idx="46">
                  <c:v>170</c:v>
                </c:pt>
                <c:pt idx="47">
                  <c:v>170</c:v>
                </c:pt>
                <c:pt idx="48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0-1D7B-4F0B-9A66-F1A657A87F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115</c:v>
                </c:pt>
                <c:pt idx="19">
                  <c:v>110</c:v>
                </c:pt>
                <c:pt idx="20">
                  <c:v>110</c:v>
                </c:pt>
                <c:pt idx="21">
                  <c:v>110</c:v>
                </c:pt>
                <c:pt idx="22">
                  <c:v>110</c:v>
                </c:pt>
                <c:pt idx="23">
                  <c:v>110</c:v>
                </c:pt>
                <c:pt idx="24">
                  <c:v>110</c:v>
                </c:pt>
                <c:pt idx="25">
                  <c:v>115</c:v>
                </c:pt>
                <c:pt idx="26">
                  <c:v>170</c:v>
                </c:pt>
                <c:pt idx="27">
                  <c:v>170</c:v>
                </c:pt>
                <c:pt idx="28">
                  <c:v>170</c:v>
                </c:pt>
                <c:pt idx="29">
                  <c:v>170</c:v>
                </c:pt>
                <c:pt idx="30">
                  <c:v>170</c:v>
                </c:pt>
                <c:pt idx="31">
                  <c:v>170</c:v>
                </c:pt>
                <c:pt idx="32">
                  <c:v>170</c:v>
                </c:pt>
                <c:pt idx="33">
                  <c:v>170</c:v>
                </c:pt>
                <c:pt idx="34">
                  <c:v>170</c:v>
                </c:pt>
                <c:pt idx="35">
                  <c:v>170</c:v>
                </c:pt>
                <c:pt idx="36">
                  <c:v>170</c:v>
                </c:pt>
                <c:pt idx="37">
                  <c:v>170</c:v>
                </c:pt>
                <c:pt idx="38">
                  <c:v>170</c:v>
                </c:pt>
                <c:pt idx="39">
                  <c:v>170</c:v>
                </c:pt>
                <c:pt idx="40">
                  <c:v>170</c:v>
                </c:pt>
                <c:pt idx="41">
                  <c:v>170</c:v>
                </c:pt>
                <c:pt idx="42">
                  <c:v>170</c:v>
                </c:pt>
                <c:pt idx="43">
                  <c:v>170</c:v>
                </c:pt>
                <c:pt idx="44">
                  <c:v>170</c:v>
                </c:pt>
                <c:pt idx="45">
                  <c:v>170</c:v>
                </c:pt>
                <c:pt idx="46">
                  <c:v>170</c:v>
                </c:pt>
                <c:pt idx="47">
                  <c:v>170</c:v>
                </c:pt>
                <c:pt idx="48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1-1D7B-4F0B-9A66-F1A657A87F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 sz="800">
                <a:latin typeface="Montserrat" panose="00000500000000000000" pitchFamily="50" charset="0"/>
              </a:defRPr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  <c:max val="22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ontserrat" panose="00000500000000000000" pitchFamily="2" charset="0"/>
              </a:defRPr>
            </a:pPr>
            <a:endParaRPr lang="es-MX"/>
          </a:p>
        </c:txPr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+mj-lt"/>
        </a:defRPr>
      </a:pPr>
      <a:endParaRPr lang="es-MX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4536827427821518E-2"/>
          <c:y val="4.7340338872596928E-2"/>
          <c:w val="0.96460203412073486"/>
          <c:h val="0.851511904910303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EA32-4DE8-BC8D-CC8D1BB026BF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EA32-4DE8-BC8D-CC8D1BB026BF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25E0-4E73-BB6E-4545C70D7B09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EA32-4DE8-BC8D-CC8D1BB026BF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EA32-4DE8-BC8D-CC8D1BB026BF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EA32-4DE8-BC8D-CC8D1BB026BF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EA32-4DE8-BC8D-CC8D1BB026BF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EA32-4DE8-BC8D-CC8D1BB026BF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EA32-4DE8-BC8D-CC8D1BB026BF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EA32-4DE8-BC8D-CC8D1BB026BF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EA32-4DE8-BC8D-CC8D1BB026BF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EA32-4DE8-BC8D-CC8D1BB026BF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EA32-4DE8-BC8D-CC8D1BB026BF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EA32-4DE8-BC8D-CC8D1BB026BF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EA32-4DE8-BC8D-CC8D1BB026BF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25E0-4E73-BB6E-4545C70D7B09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EA32-4DE8-BC8D-CC8D1BB026BF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FFF7-4611-89DD-6992B08F8E01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32-4DE8-BC8D-CC8D1BB026B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32-4DE8-BC8D-CC8D1BB026B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5E0-4E73-BB6E-4545C70D7B09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32-4DE8-BC8D-CC8D1BB026B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A32-4DE8-BC8D-CC8D1BB026B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A32-4DE8-BC8D-CC8D1BB026B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A32-4DE8-BC8D-CC8D1BB026B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A32-4DE8-BC8D-CC8D1BB026B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A32-4DE8-BC8D-CC8D1BB026B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EA32-4DE8-BC8D-CC8D1BB026B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EA32-4DE8-BC8D-CC8D1BB026BF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EA32-4DE8-BC8D-CC8D1BB026BF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EA32-4DE8-BC8D-CC8D1BB026BF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A32-4DE8-BC8D-CC8D1BB026BF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A32-4DE8-BC8D-CC8D1BB026BF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25E0-4E73-BB6E-4545C70D7B09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EA32-4DE8-BC8D-CC8D1BB026BF}"/>
                </c:ext>
              </c:extLst>
            </c:dLbl>
            <c:dLbl>
              <c:idx val="17"/>
              <c:numFmt formatCode="#,##0" sourceLinked="0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FFF7-4611-89DD-6992B08F8E0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51</c:v>
                </c:pt>
                <c:pt idx="1">
                  <c:v>44</c:v>
                </c:pt>
                <c:pt idx="2">
                  <c:v>40</c:v>
                </c:pt>
                <c:pt idx="3">
                  <c:v>37</c:v>
                </c:pt>
                <c:pt idx="4">
                  <c:v>43</c:v>
                </c:pt>
                <c:pt idx="5">
                  <c:v>45</c:v>
                </c:pt>
                <c:pt idx="6">
                  <c:v>44</c:v>
                </c:pt>
                <c:pt idx="7">
                  <c:v>55</c:v>
                </c:pt>
                <c:pt idx="8">
                  <c:v>53</c:v>
                </c:pt>
                <c:pt idx="9">
                  <c:v>54</c:v>
                </c:pt>
                <c:pt idx="10">
                  <c:v>48</c:v>
                </c:pt>
                <c:pt idx="11">
                  <c:v>47</c:v>
                </c:pt>
                <c:pt idx="12">
                  <c:v>53</c:v>
                </c:pt>
                <c:pt idx="13">
                  <c:v>60</c:v>
                </c:pt>
                <c:pt idx="14">
                  <c:v>69</c:v>
                </c:pt>
                <c:pt idx="15">
                  <c:v>58</c:v>
                </c:pt>
                <c:pt idx="16">
                  <c:v>45</c:v>
                </c:pt>
                <c:pt idx="17">
                  <c:v>56.263157894736842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25E0-4E73-BB6E-4545C70D7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3E-25E0-4E73-BB6E-4545C70D7B09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32-722D-46F0-A84B-7EA5E32B94F9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7E6F-487A-A21A-3AF3BC828E86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2-9C9B-4ADF-9888-2CEBB012D00A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4-06B3-47AE-89E9-6985C2F256D4}"/>
              </c:ext>
            </c:extLst>
          </c:dPt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25E0-4E73-BB6E-4545C70D7B0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E6F-487A-A21A-3AF3BC828E8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06B3-47AE-89E9-6985C2F256D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DAAC-46E1-B93D-4C9B4E5AE720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71CE-439C-99C2-B5F2580FA5A9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1CE-439C-99C2-B5F2580FA5A9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8-DAAC-46E1-B93D-4C9B4E5AE720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71CE-439C-99C2-B5F2580FA5A9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71CE-439C-99C2-B5F2580FA5A9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71CE-439C-99C2-B5F2580FA5A9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71CE-439C-99C2-B5F2580FA5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44</c:v>
                </c:pt>
                <c:pt idx="19">
                  <c:v>39</c:v>
                </c:pt>
                <c:pt idx="20">
                  <c:v>39</c:v>
                </c:pt>
                <c:pt idx="21">
                  <c:v>38</c:v>
                </c:pt>
                <c:pt idx="22">
                  <c:v>40</c:v>
                </c:pt>
                <c:pt idx="23">
                  <c:v>47</c:v>
                </c:pt>
                <c:pt idx="24">
                  <c:v>57</c:v>
                </c:pt>
                <c:pt idx="25">
                  <c:v>55</c:v>
                </c:pt>
                <c:pt idx="26">
                  <c:v>52</c:v>
                </c:pt>
                <c:pt idx="27">
                  <c:v>56</c:v>
                </c:pt>
                <c:pt idx="28">
                  <c:v>58</c:v>
                </c:pt>
                <c:pt idx="29">
                  <c:v>68</c:v>
                </c:pt>
                <c:pt idx="30">
                  <c:v>68</c:v>
                </c:pt>
                <c:pt idx="31">
                  <c:v>66</c:v>
                </c:pt>
                <c:pt idx="32">
                  <c:v>67</c:v>
                </c:pt>
                <c:pt idx="33">
                  <c:v>65</c:v>
                </c:pt>
                <c:pt idx="34">
                  <c:v>68</c:v>
                </c:pt>
                <c:pt idx="35">
                  <c:v>72</c:v>
                </c:pt>
                <c:pt idx="36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4-25E0-4E73-BB6E-4545C70D7B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57</c:v>
                </c:pt>
                <c:pt idx="19">
                  <c:v>57</c:v>
                </c:pt>
                <c:pt idx="20">
                  <c:v>57</c:v>
                </c:pt>
                <c:pt idx="21">
                  <c:v>57</c:v>
                </c:pt>
                <c:pt idx="22">
                  <c:v>57</c:v>
                </c:pt>
                <c:pt idx="23">
                  <c:v>57</c:v>
                </c:pt>
                <c:pt idx="24">
                  <c:v>57</c:v>
                </c:pt>
                <c:pt idx="25">
                  <c:v>66</c:v>
                </c:pt>
                <c:pt idx="26">
                  <c:v>74</c:v>
                </c:pt>
                <c:pt idx="27">
                  <c:v>74</c:v>
                </c:pt>
                <c:pt idx="28">
                  <c:v>74</c:v>
                </c:pt>
                <c:pt idx="29">
                  <c:v>74</c:v>
                </c:pt>
                <c:pt idx="30">
                  <c:v>74</c:v>
                </c:pt>
                <c:pt idx="31">
                  <c:v>74</c:v>
                </c:pt>
                <c:pt idx="32">
                  <c:v>74</c:v>
                </c:pt>
                <c:pt idx="33">
                  <c:v>74</c:v>
                </c:pt>
                <c:pt idx="34">
                  <c:v>74</c:v>
                </c:pt>
                <c:pt idx="35">
                  <c:v>74</c:v>
                </c:pt>
                <c:pt idx="36">
                  <c:v>74</c:v>
                </c:pt>
                <c:pt idx="37">
                  <c:v>74</c:v>
                </c:pt>
                <c:pt idx="38">
                  <c:v>74</c:v>
                </c:pt>
                <c:pt idx="39">
                  <c:v>74</c:v>
                </c:pt>
                <c:pt idx="40">
                  <c:v>74</c:v>
                </c:pt>
                <c:pt idx="41">
                  <c:v>74</c:v>
                </c:pt>
                <c:pt idx="42">
                  <c:v>74</c:v>
                </c:pt>
                <c:pt idx="43">
                  <c:v>74</c:v>
                </c:pt>
                <c:pt idx="44">
                  <c:v>74</c:v>
                </c:pt>
                <c:pt idx="45">
                  <c:v>74</c:v>
                </c:pt>
                <c:pt idx="46">
                  <c:v>74</c:v>
                </c:pt>
                <c:pt idx="47">
                  <c:v>74</c:v>
                </c:pt>
                <c:pt idx="48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5-25E0-4E73-BB6E-4545C70D7B0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57</c:v>
                </c:pt>
                <c:pt idx="19">
                  <c:v>57</c:v>
                </c:pt>
                <c:pt idx="20">
                  <c:v>57</c:v>
                </c:pt>
                <c:pt idx="21">
                  <c:v>57</c:v>
                </c:pt>
                <c:pt idx="22">
                  <c:v>57</c:v>
                </c:pt>
                <c:pt idx="23">
                  <c:v>57</c:v>
                </c:pt>
                <c:pt idx="24">
                  <c:v>57</c:v>
                </c:pt>
                <c:pt idx="25">
                  <c:v>66</c:v>
                </c:pt>
                <c:pt idx="26">
                  <c:v>74</c:v>
                </c:pt>
                <c:pt idx="27">
                  <c:v>74</c:v>
                </c:pt>
                <c:pt idx="28">
                  <c:v>74</c:v>
                </c:pt>
                <c:pt idx="29">
                  <c:v>74</c:v>
                </c:pt>
                <c:pt idx="30">
                  <c:v>74</c:v>
                </c:pt>
                <c:pt idx="31">
                  <c:v>74</c:v>
                </c:pt>
                <c:pt idx="32">
                  <c:v>74</c:v>
                </c:pt>
                <c:pt idx="33">
                  <c:v>74</c:v>
                </c:pt>
                <c:pt idx="34">
                  <c:v>74</c:v>
                </c:pt>
                <c:pt idx="35">
                  <c:v>74</c:v>
                </c:pt>
                <c:pt idx="36">
                  <c:v>74</c:v>
                </c:pt>
                <c:pt idx="37">
                  <c:v>74</c:v>
                </c:pt>
                <c:pt idx="38">
                  <c:v>74</c:v>
                </c:pt>
                <c:pt idx="39">
                  <c:v>74</c:v>
                </c:pt>
                <c:pt idx="40">
                  <c:v>74</c:v>
                </c:pt>
                <c:pt idx="41">
                  <c:v>74</c:v>
                </c:pt>
                <c:pt idx="42">
                  <c:v>74</c:v>
                </c:pt>
                <c:pt idx="43">
                  <c:v>74</c:v>
                </c:pt>
                <c:pt idx="44">
                  <c:v>74</c:v>
                </c:pt>
                <c:pt idx="45">
                  <c:v>74</c:v>
                </c:pt>
                <c:pt idx="46">
                  <c:v>74</c:v>
                </c:pt>
                <c:pt idx="47">
                  <c:v>74</c:v>
                </c:pt>
                <c:pt idx="48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6-25E0-4E73-BB6E-4545C70D7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3687748826094883E-2"/>
          <c:y val="1.7569655838593597E-2"/>
          <c:w val="0.9323103619020966"/>
          <c:h val="0.893752551619879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9CAE-43AE-949C-D276E54082B5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9CAE-43AE-949C-D276E54082B5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B289-4F20-AD06-7BED73D4C736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9CAE-43AE-949C-D276E54082B5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9CAE-43AE-949C-D276E54082B5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9CAE-43AE-949C-D276E54082B5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9CAE-43AE-949C-D276E54082B5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9CAE-43AE-949C-D276E54082B5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9CAE-43AE-949C-D276E54082B5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9CAE-43AE-949C-D276E54082B5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9CAE-43AE-949C-D276E54082B5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9CAE-43AE-949C-D276E54082B5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9CAE-43AE-949C-D276E54082B5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9CAE-43AE-949C-D276E54082B5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9CAE-43AE-949C-D276E54082B5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B289-4F20-AD06-7BED73D4C736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9CAE-43AE-949C-D276E54082B5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E380-4B1D-8360-768F9041709C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AE-43AE-949C-D276E54082B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AE-43AE-949C-D276E54082B5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289-4F20-AD06-7BED73D4C736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AE-43AE-949C-D276E54082B5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AE-43AE-949C-D276E54082B5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AE-43AE-949C-D276E54082B5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CAE-43AE-949C-D276E54082B5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CAE-43AE-949C-D276E54082B5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CAE-43AE-949C-D276E54082B5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CAE-43AE-949C-D276E54082B5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9CAE-43AE-949C-D276E54082B5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CAE-43AE-949C-D276E54082B5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9CAE-43AE-949C-D276E54082B5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9CAE-43AE-949C-D276E54082B5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9CAE-43AE-949C-D276E54082B5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B289-4F20-AD06-7BED73D4C736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9CAE-43AE-949C-D276E54082B5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380-4B1D-8360-768F9041709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44</c:v>
                </c:pt>
                <c:pt idx="1">
                  <c:v>36</c:v>
                </c:pt>
                <c:pt idx="2">
                  <c:v>39</c:v>
                </c:pt>
                <c:pt idx="3">
                  <c:v>30</c:v>
                </c:pt>
                <c:pt idx="4">
                  <c:v>31</c:v>
                </c:pt>
                <c:pt idx="5">
                  <c:v>33</c:v>
                </c:pt>
                <c:pt idx="6">
                  <c:v>36</c:v>
                </c:pt>
                <c:pt idx="7">
                  <c:v>40</c:v>
                </c:pt>
                <c:pt idx="8">
                  <c:v>43</c:v>
                </c:pt>
                <c:pt idx="9">
                  <c:v>45</c:v>
                </c:pt>
                <c:pt idx="10">
                  <c:v>46</c:v>
                </c:pt>
                <c:pt idx="11">
                  <c:v>54</c:v>
                </c:pt>
                <c:pt idx="12">
                  <c:v>44</c:v>
                </c:pt>
                <c:pt idx="13">
                  <c:v>44</c:v>
                </c:pt>
                <c:pt idx="14">
                  <c:v>48</c:v>
                </c:pt>
                <c:pt idx="15">
                  <c:v>41</c:v>
                </c:pt>
                <c:pt idx="16">
                  <c:v>40</c:v>
                </c:pt>
                <c:pt idx="17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B289-4F20-AD06-7BED73D4C7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B289-4F20-AD06-7BED73D4C736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A-C3C7-4D87-8A1A-60FDCFFFE911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B-11BC-41AA-A928-A88E7A667F30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D-9F10-4C64-8F75-17D9343A2C1F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1F-45F6-46A2-A115-3E6F3E94909A}"/>
              </c:ext>
            </c:extLst>
          </c:dPt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B289-4F20-AD06-7BED73D4C73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11BC-41AA-A928-A88E7A667F30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45F6-46A2-A115-3E6F3E94909A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506-44D5-9A36-64F1640265B3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1AD2-4F1C-9714-928880BD6B8E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1AD2-4F1C-9714-928880BD6B8E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D506-44D5-9A36-64F1640265B3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1AD2-4F1C-9714-928880BD6B8E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1AD2-4F1C-9714-928880BD6B8E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1AD2-4F1C-9714-928880BD6B8E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1AD2-4F1C-9714-928880BD6B8E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41</c:v>
                </c:pt>
                <c:pt idx="19">
                  <c:v>41</c:v>
                </c:pt>
                <c:pt idx="20">
                  <c:v>37</c:v>
                </c:pt>
                <c:pt idx="21">
                  <c:v>33</c:v>
                </c:pt>
                <c:pt idx="22">
                  <c:v>30</c:v>
                </c:pt>
                <c:pt idx="23">
                  <c:v>42</c:v>
                </c:pt>
                <c:pt idx="24">
                  <c:v>51</c:v>
                </c:pt>
                <c:pt idx="25">
                  <c:v>48</c:v>
                </c:pt>
                <c:pt idx="26">
                  <c:v>40</c:v>
                </c:pt>
                <c:pt idx="27">
                  <c:v>35</c:v>
                </c:pt>
                <c:pt idx="28">
                  <c:v>38</c:v>
                </c:pt>
                <c:pt idx="29">
                  <c:v>46</c:v>
                </c:pt>
                <c:pt idx="30">
                  <c:v>52</c:v>
                </c:pt>
                <c:pt idx="31">
                  <c:v>53</c:v>
                </c:pt>
                <c:pt idx="32">
                  <c:v>54</c:v>
                </c:pt>
                <c:pt idx="33">
                  <c:v>61</c:v>
                </c:pt>
                <c:pt idx="34">
                  <c:v>61</c:v>
                </c:pt>
                <c:pt idx="35">
                  <c:v>60</c:v>
                </c:pt>
                <c:pt idx="36">
                  <c:v>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B289-4F20-AD06-7BED73D4C7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48</c:v>
                </c:pt>
                <c:pt idx="19">
                  <c:v>48</c:v>
                </c:pt>
                <c:pt idx="20">
                  <c:v>48</c:v>
                </c:pt>
                <c:pt idx="21">
                  <c:v>48</c:v>
                </c:pt>
                <c:pt idx="22">
                  <c:v>48</c:v>
                </c:pt>
                <c:pt idx="23">
                  <c:v>48</c:v>
                </c:pt>
                <c:pt idx="24">
                  <c:v>48</c:v>
                </c:pt>
                <c:pt idx="25">
                  <c:v>48</c:v>
                </c:pt>
                <c:pt idx="26">
                  <c:v>55</c:v>
                </c:pt>
                <c:pt idx="27">
                  <c:v>64</c:v>
                </c:pt>
                <c:pt idx="28">
                  <c:v>64</c:v>
                </c:pt>
                <c:pt idx="29">
                  <c:v>64</c:v>
                </c:pt>
                <c:pt idx="30">
                  <c:v>64</c:v>
                </c:pt>
                <c:pt idx="31">
                  <c:v>64</c:v>
                </c:pt>
                <c:pt idx="32">
                  <c:v>64</c:v>
                </c:pt>
                <c:pt idx="33">
                  <c:v>64</c:v>
                </c:pt>
                <c:pt idx="34">
                  <c:v>64</c:v>
                </c:pt>
                <c:pt idx="35">
                  <c:v>64</c:v>
                </c:pt>
                <c:pt idx="36">
                  <c:v>64</c:v>
                </c:pt>
                <c:pt idx="37">
                  <c:v>64</c:v>
                </c:pt>
                <c:pt idx="38">
                  <c:v>64</c:v>
                </c:pt>
                <c:pt idx="39">
                  <c:v>64</c:v>
                </c:pt>
                <c:pt idx="40">
                  <c:v>64</c:v>
                </c:pt>
                <c:pt idx="41">
                  <c:v>64</c:v>
                </c:pt>
                <c:pt idx="42">
                  <c:v>64</c:v>
                </c:pt>
                <c:pt idx="43">
                  <c:v>64</c:v>
                </c:pt>
                <c:pt idx="44">
                  <c:v>64</c:v>
                </c:pt>
                <c:pt idx="45">
                  <c:v>64</c:v>
                </c:pt>
                <c:pt idx="46">
                  <c:v>64</c:v>
                </c:pt>
                <c:pt idx="47">
                  <c:v>64</c:v>
                </c:pt>
                <c:pt idx="48">
                  <c:v>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B289-4F20-AD06-7BED73D4C73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48</c:v>
                </c:pt>
                <c:pt idx="19">
                  <c:v>48</c:v>
                </c:pt>
                <c:pt idx="20">
                  <c:v>48</c:v>
                </c:pt>
                <c:pt idx="21">
                  <c:v>48</c:v>
                </c:pt>
                <c:pt idx="22">
                  <c:v>48</c:v>
                </c:pt>
                <c:pt idx="23">
                  <c:v>48</c:v>
                </c:pt>
                <c:pt idx="24">
                  <c:v>48</c:v>
                </c:pt>
                <c:pt idx="25">
                  <c:v>48</c:v>
                </c:pt>
                <c:pt idx="26">
                  <c:v>55</c:v>
                </c:pt>
                <c:pt idx="27">
                  <c:v>64</c:v>
                </c:pt>
                <c:pt idx="28">
                  <c:v>64</c:v>
                </c:pt>
                <c:pt idx="29">
                  <c:v>64</c:v>
                </c:pt>
                <c:pt idx="30">
                  <c:v>64</c:v>
                </c:pt>
                <c:pt idx="31">
                  <c:v>64</c:v>
                </c:pt>
                <c:pt idx="32">
                  <c:v>64</c:v>
                </c:pt>
                <c:pt idx="33">
                  <c:v>64</c:v>
                </c:pt>
                <c:pt idx="34">
                  <c:v>64</c:v>
                </c:pt>
                <c:pt idx="35">
                  <c:v>64</c:v>
                </c:pt>
                <c:pt idx="36">
                  <c:v>64</c:v>
                </c:pt>
                <c:pt idx="37">
                  <c:v>64</c:v>
                </c:pt>
                <c:pt idx="38">
                  <c:v>64</c:v>
                </c:pt>
                <c:pt idx="39">
                  <c:v>64</c:v>
                </c:pt>
                <c:pt idx="40">
                  <c:v>64</c:v>
                </c:pt>
                <c:pt idx="41">
                  <c:v>64</c:v>
                </c:pt>
                <c:pt idx="42">
                  <c:v>64</c:v>
                </c:pt>
                <c:pt idx="43">
                  <c:v>64</c:v>
                </c:pt>
                <c:pt idx="44">
                  <c:v>64</c:v>
                </c:pt>
                <c:pt idx="45">
                  <c:v>64</c:v>
                </c:pt>
                <c:pt idx="46">
                  <c:v>64</c:v>
                </c:pt>
                <c:pt idx="47">
                  <c:v>64</c:v>
                </c:pt>
                <c:pt idx="48">
                  <c:v>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B289-4F20-AD06-7BED73D4C7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304790026246718E-2"/>
          <c:y val="6.7097023944255639E-3"/>
          <c:w val="0.97096792979002622"/>
          <c:h val="0.937573536673339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8AF5-4BB5-A3B5-03C970AFF28C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8AF5-4BB5-A3B5-03C970AFF28C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9478-4E4E-88D9-AD76D1C22B88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8AF5-4BB5-A3B5-03C970AFF28C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8AF5-4BB5-A3B5-03C970AFF28C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8AF5-4BB5-A3B5-03C970AFF28C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8AF5-4BB5-A3B5-03C970AFF28C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8AF5-4BB5-A3B5-03C970AFF28C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8AF5-4BB5-A3B5-03C970AFF28C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8AF5-4BB5-A3B5-03C970AFF28C}"/>
              </c:ext>
            </c:extLst>
          </c:dPt>
          <c:dPt>
            <c:idx val="1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5-8AF5-4BB5-A3B5-03C970AFF28C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8AF5-4BB5-A3B5-03C970AFF28C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8AF5-4BB5-A3B5-03C970AFF28C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8AF5-4BB5-A3B5-03C970AFF28C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8AF5-4BB5-A3B5-03C970AFF28C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6-9478-4E4E-88D9-AD76D1C22B88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8AF5-4BB5-A3B5-03C970AFF28C}"/>
              </c:ext>
            </c:extLst>
          </c:dPt>
          <c:dPt>
            <c:idx val="1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3-8AF5-4BB5-A3B5-03C970AFF28C}"/>
              </c:ext>
            </c:extLst>
          </c:dPt>
          <c:dPt>
            <c:idx val="18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5-7900-4B9C-B963-4DB44200F6D1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F5-4BB5-A3B5-03C970AFF28C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F5-4BB5-A3B5-03C970AFF28C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478-4E4E-88D9-AD76D1C22B88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AF5-4BB5-A3B5-03C970AFF28C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AF5-4BB5-A3B5-03C970AFF28C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AF5-4BB5-A3B5-03C970AFF28C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AF5-4BB5-A3B5-03C970AFF28C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AF5-4BB5-A3B5-03C970AFF28C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AF5-4BB5-A3B5-03C970AFF28C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8AF5-4BB5-A3B5-03C970AFF28C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AF5-4BB5-A3B5-03C970AFF28C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8AF5-4BB5-A3B5-03C970AFF28C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8AF5-4BB5-A3B5-03C970AFF28C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8AF5-4BB5-A3B5-03C970AFF28C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8AF5-4BB5-A3B5-03C970AFF28C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478-4E4E-88D9-AD76D1C22B88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8AF5-4BB5-A3B5-03C970AFF28C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8AF5-4BB5-A3B5-03C970AFF28C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900-4B9C-B963-4DB44200F6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14</c:v>
                </c:pt>
                <c:pt idx="1">
                  <c:v>15</c:v>
                </c:pt>
                <c:pt idx="2">
                  <c:v>12</c:v>
                </c:pt>
                <c:pt idx="3">
                  <c:v>19</c:v>
                </c:pt>
                <c:pt idx="4">
                  <c:v>19</c:v>
                </c:pt>
                <c:pt idx="5">
                  <c:v>20</c:v>
                </c:pt>
                <c:pt idx="6">
                  <c:v>22</c:v>
                </c:pt>
                <c:pt idx="7">
                  <c:v>25</c:v>
                </c:pt>
                <c:pt idx="8">
                  <c:v>28</c:v>
                </c:pt>
                <c:pt idx="9">
                  <c:v>32</c:v>
                </c:pt>
                <c:pt idx="10">
                  <c:v>32</c:v>
                </c:pt>
                <c:pt idx="11">
                  <c:v>27</c:v>
                </c:pt>
                <c:pt idx="12">
                  <c:v>33</c:v>
                </c:pt>
                <c:pt idx="13">
                  <c:v>41</c:v>
                </c:pt>
                <c:pt idx="14">
                  <c:v>35</c:v>
                </c:pt>
                <c:pt idx="15">
                  <c:v>37</c:v>
                </c:pt>
                <c:pt idx="16">
                  <c:v>35</c:v>
                </c:pt>
                <c:pt idx="17">
                  <c:v>31</c:v>
                </c:pt>
                <c:pt idx="18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9478-4E4E-88D9-AD76D1C22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D4F7-4AB4-9B41-8032FA88007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D4F7-4AB4-9B41-8032FA880073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4F7-4AB4-9B41-8032FA880073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D4F7-4AB4-9B41-8032FA880073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D4F7-4AB4-9B41-8032FA880073}"/>
                </c:ext>
              </c:extLst>
            </c:dLbl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2-E384-4EFC-AB75-FF28345D9733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D4F7-4AB4-9B41-8032FA880073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D4F7-4AB4-9B41-8032FA88007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Sheet1!$C$2:$C$51</c:f>
              <c:numCache>
                <c:formatCode>General</c:formatCode>
                <c:ptCount val="50"/>
                <c:pt idx="19">
                  <c:v>14</c:v>
                </c:pt>
                <c:pt idx="20">
                  <c:v>21</c:v>
                </c:pt>
                <c:pt idx="21">
                  <c:v>8</c:v>
                </c:pt>
                <c:pt idx="22">
                  <c:v>38</c:v>
                </c:pt>
                <c:pt idx="23">
                  <c:v>6</c:v>
                </c:pt>
                <c:pt idx="24">
                  <c:v>9</c:v>
                </c:pt>
                <c:pt idx="25">
                  <c:v>29</c:v>
                </c:pt>
                <c:pt idx="26">
                  <c:v>20</c:v>
                </c:pt>
                <c:pt idx="27">
                  <c:v>9</c:v>
                </c:pt>
                <c:pt idx="28">
                  <c:v>32</c:v>
                </c:pt>
                <c:pt idx="29">
                  <c:v>18</c:v>
                </c:pt>
                <c:pt idx="30">
                  <c:v>22</c:v>
                </c:pt>
                <c:pt idx="31">
                  <c:v>24</c:v>
                </c:pt>
                <c:pt idx="32">
                  <c:v>21</c:v>
                </c:pt>
                <c:pt idx="33">
                  <c:v>20</c:v>
                </c:pt>
                <c:pt idx="34">
                  <c:v>29</c:v>
                </c:pt>
                <c:pt idx="35">
                  <c:v>26</c:v>
                </c:pt>
                <c:pt idx="36">
                  <c:v>24</c:v>
                </c:pt>
                <c:pt idx="37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9478-4E4E-88D9-AD76D1C22B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Sheet1!$D$2:$D$51</c:f>
              <c:numCache>
                <c:formatCode>General</c:formatCode>
                <c:ptCount val="50"/>
                <c:pt idx="19">
                  <c:v>16</c:v>
                </c:pt>
                <c:pt idx="20">
                  <c:v>11</c:v>
                </c:pt>
                <c:pt idx="21">
                  <c:v>11</c:v>
                </c:pt>
                <c:pt idx="22">
                  <c:v>11</c:v>
                </c:pt>
                <c:pt idx="23">
                  <c:v>11</c:v>
                </c:pt>
                <c:pt idx="24">
                  <c:v>11</c:v>
                </c:pt>
                <c:pt idx="25">
                  <c:v>11</c:v>
                </c:pt>
                <c:pt idx="26">
                  <c:v>12</c:v>
                </c:pt>
                <c:pt idx="27">
                  <c:v>27</c:v>
                </c:pt>
                <c:pt idx="28">
                  <c:v>27</c:v>
                </c:pt>
                <c:pt idx="29">
                  <c:v>27</c:v>
                </c:pt>
                <c:pt idx="30">
                  <c:v>27</c:v>
                </c:pt>
                <c:pt idx="31">
                  <c:v>27</c:v>
                </c:pt>
                <c:pt idx="32">
                  <c:v>27</c:v>
                </c:pt>
                <c:pt idx="33">
                  <c:v>27</c:v>
                </c:pt>
                <c:pt idx="34">
                  <c:v>27</c:v>
                </c:pt>
                <c:pt idx="35">
                  <c:v>27</c:v>
                </c:pt>
                <c:pt idx="36">
                  <c:v>27</c:v>
                </c:pt>
                <c:pt idx="37">
                  <c:v>27</c:v>
                </c:pt>
                <c:pt idx="38">
                  <c:v>27</c:v>
                </c:pt>
                <c:pt idx="39">
                  <c:v>27</c:v>
                </c:pt>
                <c:pt idx="40">
                  <c:v>27</c:v>
                </c:pt>
                <c:pt idx="41">
                  <c:v>27</c:v>
                </c:pt>
                <c:pt idx="42">
                  <c:v>27</c:v>
                </c:pt>
                <c:pt idx="43">
                  <c:v>27</c:v>
                </c:pt>
                <c:pt idx="44">
                  <c:v>27</c:v>
                </c:pt>
                <c:pt idx="45">
                  <c:v>27</c:v>
                </c:pt>
                <c:pt idx="46">
                  <c:v>27</c:v>
                </c:pt>
                <c:pt idx="47">
                  <c:v>27</c:v>
                </c:pt>
                <c:pt idx="48">
                  <c:v>27</c:v>
                </c:pt>
                <c:pt idx="49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9478-4E4E-88D9-AD76D1C22B8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Sheet1!$E$2:$E$51</c:f>
              <c:numCache>
                <c:formatCode>General</c:formatCode>
                <c:ptCount val="50"/>
                <c:pt idx="19">
                  <c:v>16</c:v>
                </c:pt>
                <c:pt idx="20">
                  <c:v>11</c:v>
                </c:pt>
                <c:pt idx="21">
                  <c:v>11</c:v>
                </c:pt>
                <c:pt idx="22">
                  <c:v>11</c:v>
                </c:pt>
                <c:pt idx="23">
                  <c:v>11</c:v>
                </c:pt>
                <c:pt idx="24">
                  <c:v>11</c:v>
                </c:pt>
                <c:pt idx="25">
                  <c:v>11</c:v>
                </c:pt>
                <c:pt idx="26">
                  <c:v>12</c:v>
                </c:pt>
                <c:pt idx="27">
                  <c:v>27</c:v>
                </c:pt>
                <c:pt idx="28">
                  <c:v>27</c:v>
                </c:pt>
                <c:pt idx="29">
                  <c:v>27</c:v>
                </c:pt>
                <c:pt idx="30">
                  <c:v>27</c:v>
                </c:pt>
                <c:pt idx="31">
                  <c:v>27</c:v>
                </c:pt>
                <c:pt idx="32">
                  <c:v>27</c:v>
                </c:pt>
                <c:pt idx="33">
                  <c:v>27</c:v>
                </c:pt>
                <c:pt idx="34">
                  <c:v>27</c:v>
                </c:pt>
                <c:pt idx="35">
                  <c:v>27</c:v>
                </c:pt>
                <c:pt idx="36">
                  <c:v>27</c:v>
                </c:pt>
                <c:pt idx="37">
                  <c:v>27</c:v>
                </c:pt>
                <c:pt idx="38">
                  <c:v>27</c:v>
                </c:pt>
                <c:pt idx="39">
                  <c:v>27</c:v>
                </c:pt>
                <c:pt idx="40">
                  <c:v>27</c:v>
                </c:pt>
                <c:pt idx="41">
                  <c:v>27</c:v>
                </c:pt>
                <c:pt idx="42">
                  <c:v>27</c:v>
                </c:pt>
                <c:pt idx="43">
                  <c:v>27</c:v>
                </c:pt>
                <c:pt idx="44">
                  <c:v>27</c:v>
                </c:pt>
                <c:pt idx="45">
                  <c:v>27</c:v>
                </c:pt>
                <c:pt idx="46">
                  <c:v>27</c:v>
                </c:pt>
                <c:pt idx="47">
                  <c:v>27</c:v>
                </c:pt>
                <c:pt idx="48">
                  <c:v>27</c:v>
                </c:pt>
                <c:pt idx="49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9478-4E4E-88D9-AD76D1C22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Hoja1!$B$2:$B$19</c:f>
              <c:numCache>
                <c:formatCode>General</c:formatCode>
                <c:ptCount val="18"/>
                <c:pt idx="0">
                  <c:v>40.171249500000002</c:v>
                </c:pt>
                <c:pt idx="1">
                  <c:v>37.124135000000003</c:v>
                </c:pt>
                <c:pt idx="2">
                  <c:v>38.940835999999997</c:v>
                </c:pt>
                <c:pt idx="3">
                  <c:v>36.094571100000003</c:v>
                </c:pt>
                <c:pt idx="4">
                  <c:v>39.282221900000003</c:v>
                </c:pt>
                <c:pt idx="5">
                  <c:v>37.844343000000002</c:v>
                </c:pt>
                <c:pt idx="6">
                  <c:v>36.993757600000002</c:v>
                </c:pt>
                <c:pt idx="7">
                  <c:v>38.687306200000002</c:v>
                </c:pt>
                <c:pt idx="8">
                  <c:v>35.931401000000001</c:v>
                </c:pt>
                <c:pt idx="9">
                  <c:v>34.677358699999999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Hoja1!$C$2:$C$19</c:f>
              <c:numCache>
                <c:formatCode>General</c:formatCode>
                <c:ptCount val="18"/>
                <c:pt idx="0">
                  <c:v>34.207169499999999</c:v>
                </c:pt>
                <c:pt idx="1">
                  <c:v>30.935997700000001</c:v>
                </c:pt>
                <c:pt idx="2">
                  <c:v>38.029573900000003</c:v>
                </c:pt>
                <c:pt idx="3">
                  <c:v>29.505898500000001</c:v>
                </c:pt>
                <c:pt idx="4">
                  <c:v>27.7940249</c:v>
                </c:pt>
                <c:pt idx="5">
                  <c:v>28.060624799999999</c:v>
                </c:pt>
                <c:pt idx="6">
                  <c:v>30.068747299999998</c:v>
                </c:pt>
                <c:pt idx="7">
                  <c:v>28.1090169</c:v>
                </c:pt>
                <c:pt idx="8">
                  <c:v>29.264165500000001</c:v>
                </c:pt>
                <c:pt idx="9">
                  <c:v>28.450853299999999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Turbosina</c:v>
                </c:pt>
              </c:strCache>
            </c:strRef>
          </c:tx>
          <c:spPr>
            <a:solidFill>
              <a:srgbClr val="B7903D"/>
            </a:solidFill>
            <a:ln>
              <a:noFill/>
            </a:ln>
            <a:effectLst/>
          </c:spPr>
          <c:invertIfNegative val="0"/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Hoja1!$D$2:$D$19</c:f>
              <c:numCache>
                <c:formatCode>General</c:formatCode>
                <c:ptCount val="18"/>
                <c:pt idx="0">
                  <c:v>6.5969000000000002E-3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Hoja1!$E$2:$E$19</c:f>
              <c:numCache>
                <c:formatCode>General</c:formatCode>
                <c:ptCount val="18"/>
                <c:pt idx="0">
                  <c:v>74.385015900000013</c:v>
                </c:pt>
                <c:pt idx="1">
                  <c:v>68.060132699999997</c:v>
                </c:pt>
                <c:pt idx="2">
                  <c:v>76.970409899999993</c:v>
                </c:pt>
                <c:pt idx="3">
                  <c:v>65.600469599999997</c:v>
                </c:pt>
                <c:pt idx="4">
                  <c:v>67.076246800000007</c:v>
                </c:pt>
                <c:pt idx="5">
                  <c:v>65.904967800000009</c:v>
                </c:pt>
                <c:pt idx="6">
                  <c:v>67.062504899999993</c:v>
                </c:pt>
                <c:pt idx="7">
                  <c:v>66.796323099999995</c:v>
                </c:pt>
                <c:pt idx="8">
                  <c:v>65.195566499999998</c:v>
                </c:pt>
                <c:pt idx="9">
                  <c:v>63.128211999999998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BBF-4EC4-8C19-604958AA2EAC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Columna13</c:v>
                </c:pt>
              </c:strCache>
            </c:strRef>
          </c:tx>
          <c:spPr>
            <a:ln w="25400" cap="rnd">
              <a:solidFill>
                <a:srgbClr val="245C4F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-1.7195374015748183E-2"/>
                  <c:y val="1.93479882468081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739-4268-B538-C30765DC3F3B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Hoja1!$F$2:$F$19</c:f>
              <c:numCache>
                <c:formatCode>General</c:formatCode>
                <c:ptCount val="18"/>
                <c:pt idx="10">
                  <c:v>31.179293000000001</c:v>
                </c:pt>
                <c:pt idx="11">
                  <c:v>28.987780600000001</c:v>
                </c:pt>
                <c:pt idx="12">
                  <c:v>30.721697299999999</c:v>
                </c:pt>
                <c:pt idx="13">
                  <c:v>38.649655500000001</c:v>
                </c:pt>
                <c:pt idx="14">
                  <c:v>40.194800700000002</c:v>
                </c:pt>
                <c:pt idx="15">
                  <c:v>41.808566200000001</c:v>
                </c:pt>
                <c:pt idx="16">
                  <c:v>31.087511899999999</c:v>
                </c:pt>
                <c:pt idx="17">
                  <c:v>42.030176300000001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39-4268-B538-C30765DC3F3B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Columna12</c:v>
                </c:pt>
              </c:strCache>
            </c:strRef>
          </c:tx>
          <c:spPr>
            <a:ln w="25400" cap="rnd">
              <a:solidFill>
                <a:srgbClr val="69193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-2.3445374015748033E-2"/>
                  <c:y val="1.37174512287982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39-4268-B538-C30765DC3F3B}"/>
                </c:ext>
              </c:extLst>
            </c:dLbl>
            <c:dLbl>
              <c:idx val="12"/>
              <c:layout>
                <c:manualLayout>
                  <c:x val="-1.9278707349081364E-2"/>
                  <c:y val="2.2163256755813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39-4268-B538-C30765DC3F3B}"/>
                </c:ext>
              </c:extLst>
            </c:dLbl>
            <c:dLbl>
              <c:idx val="13"/>
              <c:layout>
                <c:manualLayout>
                  <c:x val="-1.5112040682414698E-2"/>
                  <c:y val="1.93479882468081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739-4268-B538-C30765DC3F3B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Hoja1!$G$2:$G$19</c:f>
              <c:numCache>
                <c:formatCode>General</c:formatCode>
                <c:ptCount val="18"/>
                <c:pt idx="10">
                  <c:v>29.9001518</c:v>
                </c:pt>
                <c:pt idx="11">
                  <c:v>33.022267300000003</c:v>
                </c:pt>
                <c:pt idx="12">
                  <c:v>25.242802099999999</c:v>
                </c:pt>
                <c:pt idx="13">
                  <c:v>26.5094821</c:v>
                </c:pt>
                <c:pt idx="14">
                  <c:v>28.0899024</c:v>
                </c:pt>
                <c:pt idx="15">
                  <c:v>27.580456099999999</c:v>
                </c:pt>
                <c:pt idx="16">
                  <c:v>25.002142800000001</c:v>
                </c:pt>
                <c:pt idx="17">
                  <c:v>34.120480700000002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39-4268-B538-C30765DC3F3B}"/>
            </c:ext>
          </c:extLst>
        </c:ser>
        <c:ser>
          <c:idx val="6"/>
          <c:order val="6"/>
          <c:tx>
            <c:strRef>
              <c:f>Hoja1!$H$1</c:f>
              <c:strCache>
                <c:ptCount val="1"/>
                <c:pt idx="0">
                  <c:v>Columna2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Hoja1!$H$2:$H$19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39-4268-B538-C30765DC3F3B}"/>
            </c:ext>
          </c:extLst>
        </c:ser>
        <c:ser>
          <c:idx val="7"/>
          <c:order val="7"/>
          <c:tx>
            <c:strRef>
              <c:f>Hoja1!$I$1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solidFill>
                <a:srgbClr val="1E5B4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245C4F"/>
              </a:solidFill>
              <a:ln w="9525">
                <a:solidFill>
                  <a:srgbClr val="245C4F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1.9371448100534937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E59-4FA0-BEE8-E5F1958B9B3D}"/>
                </c:ext>
              </c:extLst>
            </c:dLbl>
            <c:dLbl>
              <c:idx val="11"/>
              <c:layout>
                <c:manualLayout>
                  <c:x val="-1.3673963365083594E-2"/>
                  <c:y val="-3.2080148473448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59-4FA0-BEE8-E5F1958B9B3D}"/>
                </c:ext>
              </c:extLst>
            </c:dLbl>
            <c:dLbl>
              <c:idx val="12"/>
              <c:layout>
                <c:manualLayout>
                  <c:x val="-1.7092454206354284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E59-4FA0-BEE8-E5F1958B9B3D}"/>
                </c:ext>
              </c:extLst>
            </c:dLbl>
            <c:dLbl>
              <c:idx val="13"/>
              <c:layout>
                <c:manualLayout>
                  <c:x val="-1.2534466417993141E-2"/>
                  <c:y val="-3.20801484734488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59-4FA0-BEE8-E5F1958B9B3D}"/>
                </c:ext>
              </c:extLst>
            </c:dLbl>
            <c:dLbl>
              <c:idx val="14"/>
              <c:layout>
                <c:manualLayout>
                  <c:x val="-1.2500000000000001E-2"/>
                  <c:y val="-3.37832221080597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146-428A-85A3-85DC03F1D39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Hoja1!$I$2:$I$19</c:f>
              <c:numCache>
                <c:formatCode>General</c:formatCode>
                <c:ptCount val="18"/>
                <c:pt idx="10">
                  <c:v>61.079444800000005</c:v>
                </c:pt>
                <c:pt idx="11">
                  <c:v>62.010047900000004</c:v>
                </c:pt>
                <c:pt idx="12">
                  <c:v>55.964499399999994</c:v>
                </c:pt>
                <c:pt idx="13">
                  <c:v>65.159137600000008</c:v>
                </c:pt>
                <c:pt idx="14">
                  <c:v>68.284703100000002</c:v>
                </c:pt>
                <c:pt idx="15">
                  <c:v>69.389022299999993</c:v>
                </c:pt>
                <c:pt idx="16">
                  <c:v>56.089654699999997</c:v>
                </c:pt>
                <c:pt idx="17">
                  <c:v>76.150656999999995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39-4268-B538-C30765DC3F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137517685637867E-2"/>
          <c:y val="1.6867435188465934E-2"/>
          <c:w val="0.9343937052804423"/>
          <c:h val="0.87213121669036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4E19-4128-9D3E-F577DB2F1285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4E19-4128-9D3E-F577DB2F1285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7E0C-4EC4-BD36-BD5EFC78AEA0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4E19-4128-9D3E-F577DB2F1285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4E19-4128-9D3E-F577DB2F1285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4E19-4128-9D3E-F577DB2F1285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4E19-4128-9D3E-F577DB2F1285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4E19-4128-9D3E-F577DB2F1285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4E19-4128-9D3E-F577DB2F1285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4E19-4128-9D3E-F577DB2F1285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4E19-4128-9D3E-F577DB2F1285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4E19-4128-9D3E-F577DB2F1285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4E19-4128-9D3E-F577DB2F1285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4E19-4128-9D3E-F577DB2F1285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4E19-4128-9D3E-F577DB2F1285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7E0C-4EC4-BD36-BD5EFC78AEA0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4E19-4128-9D3E-F577DB2F1285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0237-44F0-BF59-2684C5A01996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19-4128-9D3E-F577DB2F128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19-4128-9D3E-F577DB2F1285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E0C-4EC4-BD36-BD5EFC78AEA0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19-4128-9D3E-F577DB2F1285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E19-4128-9D3E-F577DB2F1285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E19-4128-9D3E-F577DB2F1285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E19-4128-9D3E-F577DB2F1285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E19-4128-9D3E-F577DB2F1285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E19-4128-9D3E-F577DB2F1285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E19-4128-9D3E-F577DB2F1285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E19-4128-9D3E-F577DB2F1285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E19-4128-9D3E-F577DB2F1285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E19-4128-9D3E-F577DB2F1285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E19-4128-9D3E-F577DB2F1285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E19-4128-9D3E-F577DB2F1285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7E0C-4EC4-BD36-BD5EFC78AEA0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4E19-4128-9D3E-F577DB2F1285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237-44F0-BF59-2684C5A019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45</c:v>
                </c:pt>
                <c:pt idx="1">
                  <c:v>19</c:v>
                </c:pt>
                <c:pt idx="2">
                  <c:v>58</c:v>
                </c:pt>
                <c:pt idx="3">
                  <c:v>90</c:v>
                </c:pt>
                <c:pt idx="4">
                  <c:v>76</c:v>
                </c:pt>
                <c:pt idx="5">
                  <c:v>98</c:v>
                </c:pt>
                <c:pt idx="6">
                  <c:v>76</c:v>
                </c:pt>
                <c:pt idx="7">
                  <c:v>113</c:v>
                </c:pt>
                <c:pt idx="8">
                  <c:v>100</c:v>
                </c:pt>
                <c:pt idx="9">
                  <c:v>105</c:v>
                </c:pt>
                <c:pt idx="10">
                  <c:v>101</c:v>
                </c:pt>
                <c:pt idx="11">
                  <c:v>111</c:v>
                </c:pt>
                <c:pt idx="12">
                  <c:v>118</c:v>
                </c:pt>
                <c:pt idx="13">
                  <c:v>110</c:v>
                </c:pt>
                <c:pt idx="14">
                  <c:v>93</c:v>
                </c:pt>
                <c:pt idx="15">
                  <c:v>102</c:v>
                </c:pt>
                <c:pt idx="16">
                  <c:v>105</c:v>
                </c:pt>
                <c:pt idx="17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7E0C-4EC4-BD36-BD5EFC78AE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0-DC3E-4AB9-BBAD-16BB23BC6E0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94</c:v>
                </c:pt>
                <c:pt idx="19">
                  <c:v>109</c:v>
                </c:pt>
                <c:pt idx="20">
                  <c:v>114</c:v>
                </c:pt>
                <c:pt idx="21">
                  <c:v>116</c:v>
                </c:pt>
                <c:pt idx="22">
                  <c:v>115</c:v>
                </c:pt>
                <c:pt idx="23">
                  <c:v>114</c:v>
                </c:pt>
                <c:pt idx="24">
                  <c:v>115</c:v>
                </c:pt>
                <c:pt idx="25">
                  <c:v>113</c:v>
                </c:pt>
                <c:pt idx="26">
                  <c:v>116</c:v>
                </c:pt>
                <c:pt idx="27">
                  <c:v>116</c:v>
                </c:pt>
                <c:pt idx="28">
                  <c:v>114</c:v>
                </c:pt>
                <c:pt idx="29">
                  <c:v>109</c:v>
                </c:pt>
                <c:pt idx="30">
                  <c:v>57</c:v>
                </c:pt>
                <c:pt idx="31">
                  <c:v>77</c:v>
                </c:pt>
                <c:pt idx="32">
                  <c:v>103</c:v>
                </c:pt>
                <c:pt idx="33">
                  <c:v>116</c:v>
                </c:pt>
                <c:pt idx="34">
                  <c:v>100</c:v>
                </c:pt>
                <c:pt idx="35">
                  <c:v>97</c:v>
                </c:pt>
                <c:pt idx="36">
                  <c:v>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F-7E0C-4EC4-BD36-BD5EFC78AE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100</c:v>
                </c:pt>
                <c:pt idx="19">
                  <c:v>105</c:v>
                </c:pt>
                <c:pt idx="20">
                  <c:v>111</c:v>
                </c:pt>
                <c:pt idx="21">
                  <c:v>111</c:v>
                </c:pt>
                <c:pt idx="22">
                  <c:v>111</c:v>
                </c:pt>
                <c:pt idx="23">
                  <c:v>111</c:v>
                </c:pt>
                <c:pt idx="24">
                  <c:v>111</c:v>
                </c:pt>
                <c:pt idx="25">
                  <c:v>111</c:v>
                </c:pt>
                <c:pt idx="26">
                  <c:v>111</c:v>
                </c:pt>
                <c:pt idx="27">
                  <c:v>111</c:v>
                </c:pt>
                <c:pt idx="28">
                  <c:v>111</c:v>
                </c:pt>
                <c:pt idx="29">
                  <c:v>111</c:v>
                </c:pt>
                <c:pt idx="30">
                  <c:v>111</c:v>
                </c:pt>
                <c:pt idx="31">
                  <c:v>111</c:v>
                </c:pt>
                <c:pt idx="32">
                  <c:v>111</c:v>
                </c:pt>
                <c:pt idx="33">
                  <c:v>111</c:v>
                </c:pt>
                <c:pt idx="34">
                  <c:v>111</c:v>
                </c:pt>
                <c:pt idx="35">
                  <c:v>111</c:v>
                </c:pt>
                <c:pt idx="36">
                  <c:v>111</c:v>
                </c:pt>
                <c:pt idx="37">
                  <c:v>111</c:v>
                </c:pt>
                <c:pt idx="38">
                  <c:v>111</c:v>
                </c:pt>
                <c:pt idx="39">
                  <c:v>111</c:v>
                </c:pt>
                <c:pt idx="40">
                  <c:v>111</c:v>
                </c:pt>
                <c:pt idx="41">
                  <c:v>111</c:v>
                </c:pt>
                <c:pt idx="42">
                  <c:v>111</c:v>
                </c:pt>
                <c:pt idx="43">
                  <c:v>111</c:v>
                </c:pt>
                <c:pt idx="44">
                  <c:v>111</c:v>
                </c:pt>
                <c:pt idx="45">
                  <c:v>111</c:v>
                </c:pt>
                <c:pt idx="46">
                  <c:v>111</c:v>
                </c:pt>
                <c:pt idx="47">
                  <c:v>111</c:v>
                </c:pt>
                <c:pt idx="48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0-7E0C-4EC4-BD36-BD5EFC78AEA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100</c:v>
                </c:pt>
                <c:pt idx="19">
                  <c:v>105</c:v>
                </c:pt>
                <c:pt idx="20">
                  <c:v>111</c:v>
                </c:pt>
                <c:pt idx="21">
                  <c:v>111</c:v>
                </c:pt>
                <c:pt idx="22">
                  <c:v>111</c:v>
                </c:pt>
                <c:pt idx="23">
                  <c:v>111</c:v>
                </c:pt>
                <c:pt idx="24">
                  <c:v>111</c:v>
                </c:pt>
                <c:pt idx="25">
                  <c:v>111</c:v>
                </c:pt>
                <c:pt idx="26">
                  <c:v>111</c:v>
                </c:pt>
                <c:pt idx="27">
                  <c:v>111</c:v>
                </c:pt>
                <c:pt idx="28">
                  <c:v>111</c:v>
                </c:pt>
                <c:pt idx="29">
                  <c:v>111</c:v>
                </c:pt>
                <c:pt idx="30">
                  <c:v>111</c:v>
                </c:pt>
                <c:pt idx="31">
                  <c:v>111</c:v>
                </c:pt>
                <c:pt idx="32">
                  <c:v>111</c:v>
                </c:pt>
                <c:pt idx="33">
                  <c:v>111</c:v>
                </c:pt>
                <c:pt idx="34">
                  <c:v>111</c:v>
                </c:pt>
                <c:pt idx="35">
                  <c:v>111</c:v>
                </c:pt>
                <c:pt idx="36">
                  <c:v>111</c:v>
                </c:pt>
                <c:pt idx="37">
                  <c:v>111</c:v>
                </c:pt>
                <c:pt idx="38">
                  <c:v>111</c:v>
                </c:pt>
                <c:pt idx="39">
                  <c:v>111</c:v>
                </c:pt>
                <c:pt idx="40">
                  <c:v>111</c:v>
                </c:pt>
                <c:pt idx="41">
                  <c:v>111</c:v>
                </c:pt>
                <c:pt idx="42">
                  <c:v>111</c:v>
                </c:pt>
                <c:pt idx="43">
                  <c:v>111</c:v>
                </c:pt>
                <c:pt idx="44">
                  <c:v>111</c:v>
                </c:pt>
                <c:pt idx="45">
                  <c:v>111</c:v>
                </c:pt>
                <c:pt idx="46">
                  <c:v>111</c:v>
                </c:pt>
                <c:pt idx="47">
                  <c:v>111</c:v>
                </c:pt>
                <c:pt idx="48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1-7E0C-4EC4-BD36-BD5EFC78AE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0786827427821524E-2"/>
          <c:y val="4.7340338872596928E-2"/>
          <c:w val="0.95835203412073489"/>
          <c:h val="0.865269917387519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ABB2-428F-96AF-08E384518C80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ABB2-428F-96AF-08E384518C80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E9F2-4AB1-8AF1-419219337E00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ABB2-428F-96AF-08E384518C80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ABB2-428F-96AF-08E384518C80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ABB2-428F-96AF-08E384518C80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ABB2-428F-96AF-08E384518C80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ABB2-428F-96AF-08E384518C80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ABB2-428F-96AF-08E384518C80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ABB2-428F-96AF-08E384518C80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ABB2-428F-96AF-08E384518C80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ABB2-428F-96AF-08E384518C80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ABB2-428F-96AF-08E384518C80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ABB2-428F-96AF-08E384518C80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ABB2-428F-96AF-08E384518C80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E9F2-4AB1-8AF1-419219337E00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ABB2-428F-96AF-08E384518C80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E479-47BA-A1DB-BEA32018ECD8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B2-428F-96AF-08E384518C80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B2-428F-96AF-08E384518C80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9F2-4AB1-8AF1-419219337E00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BB2-428F-96AF-08E384518C80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BB2-428F-96AF-08E384518C80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BB2-428F-96AF-08E384518C80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BB2-428F-96AF-08E384518C80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BB2-428F-96AF-08E384518C80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BB2-428F-96AF-08E384518C80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BB2-428F-96AF-08E384518C80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BB2-428F-96AF-08E384518C80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ABB2-428F-96AF-08E384518C80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BB2-428F-96AF-08E384518C80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BB2-428F-96AF-08E384518C80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ABB2-428F-96AF-08E384518C80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E9F2-4AB1-8AF1-419219337E00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ABB2-428F-96AF-08E384518C80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479-47BA-A1DB-BEA32018ECD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12</c:v>
                </c:pt>
                <c:pt idx="1">
                  <c:v>4</c:v>
                </c:pt>
                <c:pt idx="2">
                  <c:v>13</c:v>
                </c:pt>
                <c:pt idx="3">
                  <c:v>19</c:v>
                </c:pt>
                <c:pt idx="4">
                  <c:v>16</c:v>
                </c:pt>
                <c:pt idx="5">
                  <c:v>27</c:v>
                </c:pt>
                <c:pt idx="6">
                  <c:v>17</c:v>
                </c:pt>
                <c:pt idx="7">
                  <c:v>28</c:v>
                </c:pt>
                <c:pt idx="8">
                  <c:v>28</c:v>
                </c:pt>
                <c:pt idx="9">
                  <c:v>30</c:v>
                </c:pt>
                <c:pt idx="10">
                  <c:v>31</c:v>
                </c:pt>
                <c:pt idx="11">
                  <c:v>31</c:v>
                </c:pt>
                <c:pt idx="12">
                  <c:v>35</c:v>
                </c:pt>
                <c:pt idx="13">
                  <c:v>31</c:v>
                </c:pt>
                <c:pt idx="14">
                  <c:v>24</c:v>
                </c:pt>
                <c:pt idx="15">
                  <c:v>31</c:v>
                </c:pt>
                <c:pt idx="16">
                  <c:v>27</c:v>
                </c:pt>
                <c:pt idx="1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E9F2-4AB1-8AF1-419219337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3E-E9F2-4AB1-8AF1-419219337E00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1-25D2-44A9-A329-F52B537061A9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3-24F2-467B-AAFC-CDD215D77039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5-C03F-40C6-9C74-618D31765D3B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7-FD06-4FD0-9091-E4922CDEE8F0}"/>
              </c:ext>
            </c:extLst>
          </c:dPt>
          <c:dLbls>
            <c:dLbl>
              <c:idx val="35"/>
              <c:layout>
                <c:manualLayout>
                  <c:x val="-3.4652805118110239E-2"/>
                  <c:y val="-3.7284554452709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8-FD06-4FD0-9091-E4922CDEE8F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36</c:v>
                </c:pt>
                <c:pt idx="19">
                  <c:v>35</c:v>
                </c:pt>
                <c:pt idx="20">
                  <c:v>34</c:v>
                </c:pt>
                <c:pt idx="21">
                  <c:v>34</c:v>
                </c:pt>
                <c:pt idx="22">
                  <c:v>35</c:v>
                </c:pt>
                <c:pt idx="23">
                  <c:v>34</c:v>
                </c:pt>
                <c:pt idx="24">
                  <c:v>37</c:v>
                </c:pt>
                <c:pt idx="25">
                  <c:v>35</c:v>
                </c:pt>
                <c:pt idx="26">
                  <c:v>36</c:v>
                </c:pt>
                <c:pt idx="27">
                  <c:v>33</c:v>
                </c:pt>
                <c:pt idx="28">
                  <c:v>36</c:v>
                </c:pt>
                <c:pt idx="29">
                  <c:v>35</c:v>
                </c:pt>
                <c:pt idx="30">
                  <c:v>25</c:v>
                </c:pt>
                <c:pt idx="31">
                  <c:v>18</c:v>
                </c:pt>
                <c:pt idx="32">
                  <c:v>19</c:v>
                </c:pt>
                <c:pt idx="33">
                  <c:v>30</c:v>
                </c:pt>
                <c:pt idx="34">
                  <c:v>31</c:v>
                </c:pt>
                <c:pt idx="35">
                  <c:v>39</c:v>
                </c:pt>
                <c:pt idx="36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4-E9F2-4AB1-8AF1-419219337E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36</c:v>
                </c:pt>
                <c:pt idx="19">
                  <c:v>36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30</c:v>
                </c:pt>
                <c:pt idx="27">
                  <c:v>30</c:v>
                </c:pt>
                <c:pt idx="28">
                  <c:v>30</c:v>
                </c:pt>
                <c:pt idx="29">
                  <c:v>30</c:v>
                </c:pt>
                <c:pt idx="30">
                  <c:v>40</c:v>
                </c:pt>
                <c:pt idx="31">
                  <c:v>45</c:v>
                </c:pt>
                <c:pt idx="32">
                  <c:v>45</c:v>
                </c:pt>
                <c:pt idx="33">
                  <c:v>45</c:v>
                </c:pt>
                <c:pt idx="34">
                  <c:v>45</c:v>
                </c:pt>
                <c:pt idx="35">
                  <c:v>45</c:v>
                </c:pt>
                <c:pt idx="36">
                  <c:v>45</c:v>
                </c:pt>
                <c:pt idx="37">
                  <c:v>45</c:v>
                </c:pt>
                <c:pt idx="38">
                  <c:v>40</c:v>
                </c:pt>
                <c:pt idx="39">
                  <c:v>35</c:v>
                </c:pt>
                <c:pt idx="40">
                  <c:v>35</c:v>
                </c:pt>
                <c:pt idx="41">
                  <c:v>35</c:v>
                </c:pt>
                <c:pt idx="42">
                  <c:v>35</c:v>
                </c:pt>
                <c:pt idx="43">
                  <c:v>35</c:v>
                </c:pt>
                <c:pt idx="44">
                  <c:v>35</c:v>
                </c:pt>
                <c:pt idx="45">
                  <c:v>35</c:v>
                </c:pt>
                <c:pt idx="46">
                  <c:v>35</c:v>
                </c:pt>
                <c:pt idx="47">
                  <c:v>35</c:v>
                </c:pt>
                <c:pt idx="48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5-E9F2-4AB1-8AF1-419219337E0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36</c:v>
                </c:pt>
                <c:pt idx="19">
                  <c:v>36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30</c:v>
                </c:pt>
                <c:pt idx="27">
                  <c:v>30</c:v>
                </c:pt>
                <c:pt idx="28">
                  <c:v>30</c:v>
                </c:pt>
                <c:pt idx="29">
                  <c:v>30</c:v>
                </c:pt>
                <c:pt idx="30">
                  <c:v>40</c:v>
                </c:pt>
                <c:pt idx="31">
                  <c:v>45</c:v>
                </c:pt>
                <c:pt idx="32">
                  <c:v>45</c:v>
                </c:pt>
                <c:pt idx="33">
                  <c:v>45</c:v>
                </c:pt>
                <c:pt idx="34">
                  <c:v>45</c:v>
                </c:pt>
                <c:pt idx="35">
                  <c:v>45</c:v>
                </c:pt>
                <c:pt idx="36">
                  <c:v>45</c:v>
                </c:pt>
                <c:pt idx="37">
                  <c:v>45</c:v>
                </c:pt>
                <c:pt idx="38">
                  <c:v>40</c:v>
                </c:pt>
                <c:pt idx="39">
                  <c:v>35</c:v>
                </c:pt>
                <c:pt idx="40">
                  <c:v>35</c:v>
                </c:pt>
                <c:pt idx="41">
                  <c:v>35</c:v>
                </c:pt>
                <c:pt idx="42">
                  <c:v>35</c:v>
                </c:pt>
                <c:pt idx="43">
                  <c:v>35</c:v>
                </c:pt>
                <c:pt idx="44">
                  <c:v>35</c:v>
                </c:pt>
                <c:pt idx="45">
                  <c:v>35</c:v>
                </c:pt>
                <c:pt idx="46">
                  <c:v>35</c:v>
                </c:pt>
                <c:pt idx="47">
                  <c:v>35</c:v>
                </c:pt>
                <c:pt idx="48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6-E9F2-4AB1-8AF1-419219337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9754161440388286E-2"/>
          <c:y val="6.6567374426424976E-3"/>
          <c:w val="0.9635499162128297"/>
          <c:h val="0.893319001878067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CB10-4EC4-9CAC-B7F217CEE061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CB10-4EC4-9CAC-B7F217CEE061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CB10-4EC4-9CAC-B7F217CEE061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77CA-478D-80BC-5C03BF6846A3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77CA-478D-80BC-5C03BF6846A3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77CA-478D-80BC-5C03BF6846A3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77CA-478D-80BC-5C03BF6846A3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77CA-478D-80BC-5C03BF6846A3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77CA-478D-80BC-5C03BF6846A3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77CA-478D-80BC-5C03BF6846A3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77CA-478D-80BC-5C03BF6846A3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77CA-478D-80BC-5C03BF6846A3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77CA-478D-80BC-5C03BF6846A3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77CA-478D-80BC-5C03BF6846A3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77CA-478D-80BC-5C03BF6846A3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CB10-4EC4-9CAC-B7F217CEE061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77CA-478D-80BC-5C03BF6846A3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3221-41A9-B028-7F93E11C80BA}"/>
              </c:ext>
            </c:extLst>
          </c:dPt>
          <c:dLbls>
            <c:dLbl>
              <c:idx val="0"/>
              <c:layout>
                <c:manualLayout>
                  <c:x val="3.0779185999590562E-3"/>
                  <c:y val="2.042065476873205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10-4EC4-9CAC-B7F217CEE061}"/>
                </c:ext>
              </c:extLst>
            </c:dLbl>
            <c:dLbl>
              <c:idx val="1"/>
              <c:layout>
                <c:manualLayout>
                  <c:x val="1.4106963951627579E-17"/>
                  <c:y val="2.0420654768732064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10-4EC4-9CAC-B7F217CEE061}"/>
                </c:ext>
              </c:extLst>
            </c:dLbl>
            <c:dLbl>
              <c:idx val="2"/>
              <c:layout>
                <c:manualLayout>
                  <c:x val="-3.9424759405075956E-4"/>
                  <c:y val="3.9206989247311828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B10-4EC4-9CAC-B7F217CEE061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77CA-478D-80BC-5C03BF6846A3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77CA-478D-80BC-5C03BF6846A3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77CA-478D-80BC-5C03BF6846A3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77CA-478D-80BC-5C03BF6846A3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77CA-478D-80BC-5C03BF6846A3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77CA-478D-80BC-5C03BF6846A3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77CA-478D-80BC-5C03BF6846A3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77CA-478D-80BC-5C03BF6846A3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77CA-478D-80BC-5C03BF6846A3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77CA-478D-80BC-5C03BF6846A3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77CA-478D-80BC-5C03BF6846A3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77CA-478D-80BC-5C03BF6846A3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CB10-4EC4-9CAC-B7F217CEE061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77CA-478D-80BC-5C03BF6846A3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3221-41A9-B028-7F93E11C80B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9</c:v>
                </c:pt>
                <c:pt idx="1">
                  <c:v>4</c:v>
                </c:pt>
                <c:pt idx="2">
                  <c:v>16</c:v>
                </c:pt>
                <c:pt idx="3">
                  <c:v>21</c:v>
                </c:pt>
                <c:pt idx="4">
                  <c:v>9</c:v>
                </c:pt>
                <c:pt idx="5">
                  <c:v>24</c:v>
                </c:pt>
                <c:pt idx="6">
                  <c:v>14</c:v>
                </c:pt>
                <c:pt idx="7">
                  <c:v>22</c:v>
                </c:pt>
                <c:pt idx="8">
                  <c:v>19</c:v>
                </c:pt>
                <c:pt idx="9">
                  <c:v>28</c:v>
                </c:pt>
                <c:pt idx="10">
                  <c:v>26</c:v>
                </c:pt>
                <c:pt idx="11">
                  <c:v>31</c:v>
                </c:pt>
                <c:pt idx="12">
                  <c:v>29</c:v>
                </c:pt>
                <c:pt idx="13">
                  <c:v>29</c:v>
                </c:pt>
                <c:pt idx="14">
                  <c:v>30</c:v>
                </c:pt>
                <c:pt idx="15">
                  <c:v>29</c:v>
                </c:pt>
                <c:pt idx="16">
                  <c:v>26</c:v>
                </c:pt>
                <c:pt idx="17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CB10-4EC4-9CAC-B7F217CEE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CB10-4EC4-9CAC-B7F217CEE061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D361-4039-9E23-2EDA1DAB9C0F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0048-43DB-B899-7531196F525C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7603-4751-B7BE-6C7E6D491C60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2-9BAD-49B3-878E-5A32287798EA}"/>
              </c:ext>
            </c:extLst>
          </c:dPt>
          <c:dLbls>
            <c:dLbl>
              <c:idx val="35"/>
              <c:layout>
                <c:manualLayout>
                  <c:x val="-3.1526490897543516E-2"/>
                  <c:y val="-2.37040291093981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9BAD-49B3-878E-5A32287798E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26</c:v>
                </c:pt>
                <c:pt idx="19">
                  <c:v>27</c:v>
                </c:pt>
                <c:pt idx="20">
                  <c:v>28</c:v>
                </c:pt>
                <c:pt idx="21">
                  <c:v>29</c:v>
                </c:pt>
                <c:pt idx="22">
                  <c:v>31</c:v>
                </c:pt>
                <c:pt idx="23">
                  <c:v>31</c:v>
                </c:pt>
                <c:pt idx="24">
                  <c:v>32</c:v>
                </c:pt>
                <c:pt idx="25">
                  <c:v>31</c:v>
                </c:pt>
                <c:pt idx="26">
                  <c:v>32</c:v>
                </c:pt>
                <c:pt idx="27">
                  <c:v>34</c:v>
                </c:pt>
                <c:pt idx="28">
                  <c:v>35</c:v>
                </c:pt>
                <c:pt idx="29">
                  <c:v>34</c:v>
                </c:pt>
                <c:pt idx="30">
                  <c:v>7</c:v>
                </c:pt>
                <c:pt idx="31">
                  <c:v>20</c:v>
                </c:pt>
                <c:pt idx="32">
                  <c:v>23</c:v>
                </c:pt>
                <c:pt idx="33">
                  <c:v>34</c:v>
                </c:pt>
                <c:pt idx="34">
                  <c:v>36</c:v>
                </c:pt>
                <c:pt idx="35">
                  <c:v>33</c:v>
                </c:pt>
                <c:pt idx="36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CB10-4EC4-9CAC-B7F217CEE0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30</c:v>
                </c:pt>
                <c:pt idx="19">
                  <c:v>30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30</c:v>
                </c:pt>
                <c:pt idx="27">
                  <c:v>30</c:v>
                </c:pt>
                <c:pt idx="28">
                  <c:v>30</c:v>
                </c:pt>
                <c:pt idx="29">
                  <c:v>30</c:v>
                </c:pt>
                <c:pt idx="30">
                  <c:v>30</c:v>
                </c:pt>
                <c:pt idx="31">
                  <c:v>30</c:v>
                </c:pt>
                <c:pt idx="32">
                  <c:v>30</c:v>
                </c:pt>
                <c:pt idx="33">
                  <c:v>30</c:v>
                </c:pt>
                <c:pt idx="34">
                  <c:v>30</c:v>
                </c:pt>
                <c:pt idx="35">
                  <c:v>30</c:v>
                </c:pt>
                <c:pt idx="36">
                  <c:v>30</c:v>
                </c:pt>
                <c:pt idx="37">
                  <c:v>30</c:v>
                </c:pt>
                <c:pt idx="38">
                  <c:v>30</c:v>
                </c:pt>
                <c:pt idx="39">
                  <c:v>30</c:v>
                </c:pt>
                <c:pt idx="40">
                  <c:v>30</c:v>
                </c:pt>
                <c:pt idx="41">
                  <c:v>30</c:v>
                </c:pt>
                <c:pt idx="42">
                  <c:v>30</c:v>
                </c:pt>
                <c:pt idx="43">
                  <c:v>30</c:v>
                </c:pt>
                <c:pt idx="44">
                  <c:v>30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CB10-4EC4-9CAC-B7F217CEE06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30</c:v>
                </c:pt>
                <c:pt idx="19">
                  <c:v>30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30</c:v>
                </c:pt>
                <c:pt idx="27">
                  <c:v>30</c:v>
                </c:pt>
                <c:pt idx="28">
                  <c:v>30</c:v>
                </c:pt>
                <c:pt idx="29">
                  <c:v>30</c:v>
                </c:pt>
                <c:pt idx="30">
                  <c:v>30</c:v>
                </c:pt>
                <c:pt idx="31">
                  <c:v>30</c:v>
                </c:pt>
                <c:pt idx="32">
                  <c:v>30</c:v>
                </c:pt>
                <c:pt idx="33">
                  <c:v>30</c:v>
                </c:pt>
                <c:pt idx="34">
                  <c:v>30</c:v>
                </c:pt>
                <c:pt idx="35">
                  <c:v>30</c:v>
                </c:pt>
                <c:pt idx="36">
                  <c:v>30</c:v>
                </c:pt>
                <c:pt idx="37">
                  <c:v>30</c:v>
                </c:pt>
                <c:pt idx="38">
                  <c:v>30</c:v>
                </c:pt>
                <c:pt idx="39">
                  <c:v>30</c:v>
                </c:pt>
                <c:pt idx="40">
                  <c:v>30</c:v>
                </c:pt>
                <c:pt idx="41">
                  <c:v>30</c:v>
                </c:pt>
                <c:pt idx="42">
                  <c:v>30</c:v>
                </c:pt>
                <c:pt idx="43">
                  <c:v>30</c:v>
                </c:pt>
                <c:pt idx="44">
                  <c:v>30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CB10-4EC4-9CAC-B7F217CEE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883694225721789E-2"/>
          <c:y val="2.1533209083964749E-2"/>
          <c:w val="0.96043536745406821"/>
          <c:h val="0.90135971914103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F943-451B-BB4D-B509A150427B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F943-451B-BB4D-B509A150427B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09FA-458E-8B35-F3EA29BDD600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F943-451B-BB4D-B509A150427B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F943-451B-BB4D-B509A150427B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F943-451B-BB4D-B509A150427B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F943-451B-BB4D-B509A150427B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F943-451B-BB4D-B509A150427B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F943-451B-BB4D-B509A150427B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F943-451B-BB4D-B509A150427B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A-09FA-458E-8B35-F3EA29BDD600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B8D9-42A9-8751-5FE99CC45B60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9EB4-413F-97BB-DD6949ABA4D8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6982-4B24-B255-1D2C5EB534F5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7578-451B-8C46-E6FCEE1039C9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96FE-4D5C-BDF5-A5260201F39F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E-1C05-479D-991B-87BE2F8A1715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ACE7-4A86-97C6-87B732D98D91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43-451B-BB4D-B509A150427B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43-451B-BB4D-B509A150427B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6538129231380711E-2"/>
                      <c:h val="7.02813548166482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9FA-458E-8B35-F3EA29BDD600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943-451B-BB4D-B509A150427B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943-451B-BB4D-B509A150427B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943-451B-BB4D-B509A150427B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943-451B-BB4D-B509A150427B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943-451B-BB4D-B509A150427B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943-451B-BB4D-B509A150427B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943-451B-BB4D-B509A150427B}"/>
                </c:ext>
              </c:extLst>
            </c:dLbl>
            <c:dLbl>
              <c:idx val="1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09FA-458E-8B35-F3EA29BDD600}"/>
                </c:ext>
              </c:extLst>
            </c:dLbl>
            <c:dLbl>
              <c:idx val="1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B8D9-42A9-8751-5FE99CC45B60}"/>
                </c:ext>
              </c:extLst>
            </c:dLbl>
            <c:dLbl>
              <c:idx val="1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9EB4-413F-97BB-DD6949ABA4D8}"/>
                </c:ext>
              </c:extLst>
            </c:dLbl>
            <c:dLbl>
              <c:idx val="13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6982-4B24-B255-1D2C5EB534F5}"/>
                </c:ext>
              </c:extLst>
            </c:dLbl>
            <c:dLbl>
              <c:idx val="14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7578-451B-8C46-E6FCEE1039C9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96FE-4D5C-BDF5-A5260201F39F}"/>
                </c:ext>
              </c:extLst>
            </c:dLbl>
            <c:dLbl>
              <c:idx val="16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E-1C05-479D-991B-87BE2F8A1715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ACE7-4A86-97C6-87B732D98D9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5</c:v>
                </c:pt>
                <c:pt idx="9">
                  <c:v>3</c:v>
                </c:pt>
                <c:pt idx="10">
                  <c:v>6</c:v>
                </c:pt>
                <c:pt idx="11">
                  <c:v>8</c:v>
                </c:pt>
                <c:pt idx="12">
                  <c:v>8</c:v>
                </c:pt>
                <c:pt idx="13">
                  <c:v>1</c:v>
                </c:pt>
                <c:pt idx="14">
                  <c:v>0</c:v>
                </c:pt>
                <c:pt idx="15">
                  <c:v>2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09FA-458E-8B35-F3EA29BDD6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105346176"/>
        <c:axId val="10534771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3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28F4-451A-80C2-13B03838585A}"/>
              </c:ext>
            </c:extLst>
          </c:dPt>
          <c:dPt>
            <c:idx val="3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4AA7-484D-95E5-B6F5F54CB9B8}"/>
              </c:ext>
            </c:extLst>
          </c:dPt>
          <c:dPt>
            <c:idx val="39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AD1B-4011-8AAB-AFB00F99FB0F}"/>
              </c:ext>
            </c:extLst>
          </c:dPt>
          <c:dPt>
            <c:idx val="40"/>
            <c:bubble3D val="0"/>
            <c:extLst>
              <c:ext xmlns:c16="http://schemas.microsoft.com/office/drawing/2014/chart" uri="{C3380CC4-5D6E-409C-BE32-E72D297353CC}">
                <c16:uniqueId val="{00000025-1C05-479D-991B-87BE2F8A17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2-09FA-458E-8B35-F3EA29BDD6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3-09FA-458E-8B35-F3EA29BDD60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4-09FA-458E-8B35-F3EA29BDD6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46176"/>
        <c:axId val="105347712"/>
      </c:lineChart>
      <c:catAx>
        <c:axId val="1053461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105347712"/>
        <c:crosses val="autoZero"/>
        <c:auto val="1"/>
        <c:lblAlgn val="ctr"/>
        <c:lblOffset val="100"/>
        <c:noMultiLvlLbl val="0"/>
      </c:catAx>
      <c:valAx>
        <c:axId val="10534771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105346176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2930856299212599E-2"/>
          <c:y val="2.2324918211582865E-2"/>
          <c:w val="0.9711104002624672"/>
          <c:h val="0.896537061444125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7395-41A5-88C8-9B781C353D67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7395-41A5-88C8-9B781C353D67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778A-4B0A-9E57-DA5672A90C96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7395-41A5-88C8-9B781C353D67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7395-41A5-88C8-9B781C353D67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7395-41A5-88C8-9B781C353D67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7395-41A5-88C8-9B781C353D67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7395-41A5-88C8-9B781C353D67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7395-41A5-88C8-9B781C353D67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7395-41A5-88C8-9B781C353D67}"/>
              </c:ext>
            </c:extLst>
          </c:dPt>
          <c:dPt>
            <c:idx val="1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5-7395-41A5-88C8-9B781C353D67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7395-41A5-88C8-9B781C353D67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7395-41A5-88C8-9B781C353D67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7395-41A5-88C8-9B781C353D67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7395-41A5-88C8-9B781C353D67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4-778A-4B0A-9E57-DA5672A90C96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7395-41A5-88C8-9B781C353D67}"/>
              </c:ext>
            </c:extLst>
          </c:dPt>
          <c:dPt>
            <c:idx val="1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3-AB80-4BAA-B2CE-D906947973F6}"/>
              </c:ext>
            </c:extLst>
          </c:dPt>
          <c:dPt>
            <c:idx val="18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5-67B0-45BB-9DAA-02F9EB2477C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95-41A5-88C8-9B781C353D67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95-41A5-88C8-9B781C353D67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78A-4B0A-9E57-DA5672A90C96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395-41A5-88C8-9B781C353D67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395-41A5-88C8-9B781C353D67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395-41A5-88C8-9B781C353D67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395-41A5-88C8-9B781C353D67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395-41A5-88C8-9B781C353D67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395-41A5-88C8-9B781C353D67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395-41A5-88C8-9B781C353D67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395-41A5-88C8-9B781C353D67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395-41A5-88C8-9B781C353D67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395-41A5-88C8-9B781C353D67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395-41A5-88C8-9B781C353D67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395-41A5-88C8-9B781C353D67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778A-4B0A-9E57-DA5672A90C96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395-41A5-88C8-9B781C353D67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AB80-4BAA-B2CE-D906947973F6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7B0-45BB-9DAA-02F9EB2477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16</c:v>
                </c:pt>
                <c:pt idx="1">
                  <c:v>5</c:v>
                </c:pt>
                <c:pt idx="2">
                  <c:v>10</c:v>
                </c:pt>
                <c:pt idx="3">
                  <c:v>22</c:v>
                </c:pt>
                <c:pt idx="4">
                  <c:v>31</c:v>
                </c:pt>
                <c:pt idx="5">
                  <c:v>31</c:v>
                </c:pt>
                <c:pt idx="6">
                  <c:v>31</c:v>
                </c:pt>
                <c:pt idx="7">
                  <c:v>35</c:v>
                </c:pt>
                <c:pt idx="8">
                  <c:v>9</c:v>
                </c:pt>
                <c:pt idx="9">
                  <c:v>17</c:v>
                </c:pt>
                <c:pt idx="10">
                  <c:v>16</c:v>
                </c:pt>
                <c:pt idx="11">
                  <c:v>0</c:v>
                </c:pt>
                <c:pt idx="12">
                  <c:v>9</c:v>
                </c:pt>
                <c:pt idx="13">
                  <c:v>23</c:v>
                </c:pt>
                <c:pt idx="14">
                  <c:v>10</c:v>
                </c:pt>
                <c:pt idx="15">
                  <c:v>18</c:v>
                </c:pt>
                <c:pt idx="16">
                  <c:v>28</c:v>
                </c:pt>
                <c:pt idx="17">
                  <c:v>24</c:v>
                </c:pt>
                <c:pt idx="1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778A-4B0A-9E57-DA5672A90C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F-05C1-4CAD-8799-B01A47831F1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Sheet1!$C$2:$C$51</c:f>
              <c:numCache>
                <c:formatCode>General</c:formatCode>
                <c:ptCount val="50"/>
                <c:pt idx="19">
                  <c:v>32</c:v>
                </c:pt>
                <c:pt idx="20">
                  <c:v>21</c:v>
                </c:pt>
                <c:pt idx="21">
                  <c:v>0</c:v>
                </c:pt>
                <c:pt idx="22">
                  <c:v>17</c:v>
                </c:pt>
                <c:pt idx="23">
                  <c:v>24</c:v>
                </c:pt>
                <c:pt idx="24">
                  <c:v>21</c:v>
                </c:pt>
                <c:pt idx="25">
                  <c:v>39</c:v>
                </c:pt>
                <c:pt idx="26">
                  <c:v>17</c:v>
                </c:pt>
                <c:pt idx="27">
                  <c:v>28</c:v>
                </c:pt>
                <c:pt idx="28">
                  <c:v>30</c:v>
                </c:pt>
                <c:pt idx="29">
                  <c:v>21</c:v>
                </c:pt>
                <c:pt idx="30">
                  <c:v>31</c:v>
                </c:pt>
                <c:pt idx="31">
                  <c:v>46</c:v>
                </c:pt>
                <c:pt idx="32">
                  <c:v>45</c:v>
                </c:pt>
                <c:pt idx="33">
                  <c:v>25</c:v>
                </c:pt>
                <c:pt idx="34">
                  <c:v>28</c:v>
                </c:pt>
                <c:pt idx="35">
                  <c:v>2</c:v>
                </c:pt>
                <c:pt idx="36">
                  <c:v>0</c:v>
                </c:pt>
                <c:pt idx="37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9-778A-4B0A-9E57-DA5672A90C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Sheet1!$D$2:$D$51</c:f>
              <c:numCache>
                <c:formatCode>General</c:formatCode>
                <c:ptCount val="50"/>
                <c:pt idx="19">
                  <c:v>35</c:v>
                </c:pt>
                <c:pt idx="20">
                  <c:v>33</c:v>
                </c:pt>
                <c:pt idx="21">
                  <c:v>28</c:v>
                </c:pt>
                <c:pt idx="22">
                  <c:v>28</c:v>
                </c:pt>
                <c:pt idx="23">
                  <c:v>28</c:v>
                </c:pt>
                <c:pt idx="24">
                  <c:v>28</c:v>
                </c:pt>
                <c:pt idx="25">
                  <c:v>28</c:v>
                </c:pt>
                <c:pt idx="26">
                  <c:v>28</c:v>
                </c:pt>
                <c:pt idx="27">
                  <c:v>25</c:v>
                </c:pt>
                <c:pt idx="28">
                  <c:v>23</c:v>
                </c:pt>
                <c:pt idx="29">
                  <c:v>23</c:v>
                </c:pt>
                <c:pt idx="30">
                  <c:v>23</c:v>
                </c:pt>
                <c:pt idx="31">
                  <c:v>23</c:v>
                </c:pt>
                <c:pt idx="32">
                  <c:v>23</c:v>
                </c:pt>
                <c:pt idx="33">
                  <c:v>23</c:v>
                </c:pt>
                <c:pt idx="34">
                  <c:v>23</c:v>
                </c:pt>
                <c:pt idx="35">
                  <c:v>23</c:v>
                </c:pt>
                <c:pt idx="36">
                  <c:v>23</c:v>
                </c:pt>
                <c:pt idx="37">
                  <c:v>23</c:v>
                </c:pt>
                <c:pt idx="38">
                  <c:v>23</c:v>
                </c:pt>
                <c:pt idx="39">
                  <c:v>23</c:v>
                </c:pt>
                <c:pt idx="40">
                  <c:v>23</c:v>
                </c:pt>
                <c:pt idx="41">
                  <c:v>23</c:v>
                </c:pt>
                <c:pt idx="42">
                  <c:v>23</c:v>
                </c:pt>
                <c:pt idx="43">
                  <c:v>23</c:v>
                </c:pt>
                <c:pt idx="44">
                  <c:v>23</c:v>
                </c:pt>
                <c:pt idx="45">
                  <c:v>23</c:v>
                </c:pt>
                <c:pt idx="46">
                  <c:v>23</c:v>
                </c:pt>
                <c:pt idx="47">
                  <c:v>23</c:v>
                </c:pt>
                <c:pt idx="48">
                  <c:v>23</c:v>
                </c:pt>
                <c:pt idx="49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A-778A-4B0A-9E57-DA5672A90C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Sheet1!$E$2:$E$51</c:f>
              <c:numCache>
                <c:formatCode>General</c:formatCode>
                <c:ptCount val="50"/>
                <c:pt idx="19">
                  <c:v>35</c:v>
                </c:pt>
                <c:pt idx="20">
                  <c:v>33</c:v>
                </c:pt>
                <c:pt idx="21">
                  <c:v>28</c:v>
                </c:pt>
                <c:pt idx="22">
                  <c:v>28</c:v>
                </c:pt>
                <c:pt idx="23">
                  <c:v>28</c:v>
                </c:pt>
                <c:pt idx="24">
                  <c:v>28</c:v>
                </c:pt>
                <c:pt idx="25">
                  <c:v>28</c:v>
                </c:pt>
                <c:pt idx="26">
                  <c:v>28</c:v>
                </c:pt>
                <c:pt idx="27">
                  <c:v>25</c:v>
                </c:pt>
                <c:pt idx="28">
                  <c:v>23</c:v>
                </c:pt>
                <c:pt idx="29">
                  <c:v>23</c:v>
                </c:pt>
                <c:pt idx="30">
                  <c:v>23</c:v>
                </c:pt>
                <c:pt idx="31">
                  <c:v>23</c:v>
                </c:pt>
                <c:pt idx="32">
                  <c:v>23</c:v>
                </c:pt>
                <c:pt idx="33">
                  <c:v>23</c:v>
                </c:pt>
                <c:pt idx="34">
                  <c:v>23</c:v>
                </c:pt>
                <c:pt idx="35">
                  <c:v>23</c:v>
                </c:pt>
                <c:pt idx="36">
                  <c:v>23</c:v>
                </c:pt>
                <c:pt idx="37">
                  <c:v>23</c:v>
                </c:pt>
                <c:pt idx="38">
                  <c:v>23</c:v>
                </c:pt>
                <c:pt idx="39">
                  <c:v>23</c:v>
                </c:pt>
                <c:pt idx="40">
                  <c:v>23</c:v>
                </c:pt>
                <c:pt idx="41">
                  <c:v>23</c:v>
                </c:pt>
                <c:pt idx="42">
                  <c:v>23</c:v>
                </c:pt>
                <c:pt idx="43">
                  <c:v>23</c:v>
                </c:pt>
                <c:pt idx="44">
                  <c:v>23</c:v>
                </c:pt>
                <c:pt idx="45">
                  <c:v>23</c:v>
                </c:pt>
                <c:pt idx="46">
                  <c:v>23</c:v>
                </c:pt>
                <c:pt idx="47">
                  <c:v>23</c:v>
                </c:pt>
                <c:pt idx="48">
                  <c:v>23</c:v>
                </c:pt>
                <c:pt idx="49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B-778A-4B0A-9E57-DA5672A90C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014681758530184E-2"/>
          <c:y val="2.006577087926156E-2"/>
          <c:w val="0.96131865157480312"/>
          <c:h val="0.897817723556149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Hoja1!$B$2:$B$19</c:f>
              <c:numCache>
                <c:formatCode>General</c:formatCode>
                <c:ptCount val="18"/>
                <c:pt idx="0">
                  <c:v>27.1009134</c:v>
                </c:pt>
                <c:pt idx="1">
                  <c:v>22.492603800000001</c:v>
                </c:pt>
                <c:pt idx="2">
                  <c:v>22.6408761</c:v>
                </c:pt>
                <c:pt idx="3">
                  <c:v>21.338258400000001</c:v>
                </c:pt>
                <c:pt idx="4">
                  <c:v>24.781344499999999</c:v>
                </c:pt>
                <c:pt idx="5">
                  <c:v>27.360453499999998</c:v>
                </c:pt>
                <c:pt idx="6">
                  <c:v>22.627130099999999</c:v>
                </c:pt>
                <c:pt idx="7">
                  <c:v>25.016478599999999</c:v>
                </c:pt>
                <c:pt idx="8">
                  <c:v>27.974993000000001</c:v>
                </c:pt>
                <c:pt idx="9">
                  <c:v>29.6694067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Hoja1!$C$2:$C$19</c:f>
              <c:numCache>
                <c:formatCode>General</c:formatCode>
                <c:ptCount val="18"/>
                <c:pt idx="0">
                  <c:v>19.797129900000002</c:v>
                </c:pt>
                <c:pt idx="1">
                  <c:v>19.718884899999999</c:v>
                </c:pt>
                <c:pt idx="2">
                  <c:v>27.300735800000002</c:v>
                </c:pt>
                <c:pt idx="3">
                  <c:v>23.732225799999998</c:v>
                </c:pt>
                <c:pt idx="4">
                  <c:v>14.997439200000001</c:v>
                </c:pt>
                <c:pt idx="5">
                  <c:v>24.897957399999999</c:v>
                </c:pt>
                <c:pt idx="6">
                  <c:v>18.182196600000001</c:v>
                </c:pt>
                <c:pt idx="7">
                  <c:v>19.1080291</c:v>
                </c:pt>
                <c:pt idx="8">
                  <c:v>19.0749399</c:v>
                </c:pt>
                <c:pt idx="9">
                  <c:v>27.066611000000002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Turbosina</c:v>
                </c:pt>
              </c:strCache>
            </c:strRef>
          </c:tx>
          <c:spPr>
            <a:solidFill>
              <a:srgbClr val="B7903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1.68916110540298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AA-417B-8517-6BE3D148E54D}"/>
                </c:ext>
              </c:extLst>
            </c:dLbl>
            <c:dLbl>
              <c:idx val="1"/>
              <c:layout>
                <c:manualLayout>
                  <c:x val="-1.909700161202999E-17"/>
                  <c:y val="-1.68916110540299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AA-417B-8517-6BE3D148E54D}"/>
                </c:ext>
              </c:extLst>
            </c:dLbl>
            <c:dLbl>
              <c:idx val="5"/>
              <c:layout>
                <c:manualLayout>
                  <c:x val="-1.0416666666666667E-3"/>
                  <c:y val="-1.68916110540298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AA-417B-8517-6BE3D148E54D}"/>
                </c:ext>
              </c:extLst>
            </c:dLbl>
            <c:dLbl>
              <c:idx val="6"/>
              <c:layout>
                <c:manualLayout>
                  <c:x val="0"/>
                  <c:y val="-1.40763425450248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0AA-417B-8517-6BE3D148E54D}"/>
                </c:ext>
              </c:extLst>
            </c:dLbl>
            <c:dLbl>
              <c:idx val="7"/>
              <c:layout>
                <c:manualLayout>
                  <c:x val="1.04166666666666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AA-417B-8517-6BE3D148E54D}"/>
                </c:ext>
              </c:extLst>
            </c:dLbl>
            <c:dLbl>
              <c:idx val="9"/>
              <c:layout>
                <c:manualLayout>
                  <c:x val="1.0416666666666667E-3"/>
                  <c:y val="2.815268509004928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0AA-417B-8517-6BE3D148E54D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Hoja1!$D$2:$D$19</c:f>
              <c:numCache>
                <c:formatCode>General</c:formatCode>
                <c:ptCount val="18"/>
                <c:pt idx="0">
                  <c:v>0.39166041000000001</c:v>
                </c:pt>
                <c:pt idx="1">
                  <c:v>0.31931579999999998</c:v>
                </c:pt>
                <c:pt idx="2">
                  <c:v>3.6253437700000002</c:v>
                </c:pt>
                <c:pt idx="3">
                  <c:v>3.0318587899999998</c:v>
                </c:pt>
                <c:pt idx="4">
                  <c:v>3.5987407400000002</c:v>
                </c:pt>
                <c:pt idx="5">
                  <c:v>5.912854E-2</c:v>
                </c:pt>
                <c:pt idx="6">
                  <c:v>0.15674966000000001</c:v>
                </c:pt>
                <c:pt idx="7">
                  <c:v>1.7205387999999999</c:v>
                </c:pt>
                <c:pt idx="8">
                  <c:v>4.7329928199999998</c:v>
                </c:pt>
                <c:pt idx="9">
                  <c:v>3.0020134299999999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2.0315124671916009E-2"/>
                  <c:y val="-5.20614083214460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35-43C7-B760-851FE271AEB7}"/>
                </c:ext>
              </c:extLst>
            </c:dLbl>
            <c:dLbl>
              <c:idx val="6"/>
              <c:layout>
                <c:manualLayout>
                  <c:x val="-1.9273458005249419E-2"/>
                  <c:y val="-5.76919453394560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35-43C7-B760-851FE271AEB7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Hoja1!$E$2:$E$19</c:f>
              <c:numCache>
                <c:formatCode>General</c:formatCode>
                <c:ptCount val="18"/>
                <c:pt idx="0">
                  <c:v>47.289703709999998</c:v>
                </c:pt>
                <c:pt idx="1">
                  <c:v>42.530804500000002</c:v>
                </c:pt>
                <c:pt idx="2">
                  <c:v>53.566955669999999</c:v>
                </c:pt>
                <c:pt idx="3">
                  <c:v>48.102342989999997</c:v>
                </c:pt>
                <c:pt idx="4">
                  <c:v>43.377524440000002</c:v>
                </c:pt>
                <c:pt idx="5">
                  <c:v>52.317539440000004</c:v>
                </c:pt>
                <c:pt idx="6">
                  <c:v>40.966076360000002</c:v>
                </c:pt>
                <c:pt idx="7">
                  <c:v>45.845046499999995</c:v>
                </c:pt>
                <c:pt idx="8">
                  <c:v>51.782925720000001</c:v>
                </c:pt>
                <c:pt idx="9">
                  <c:v>59.738031130000003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BBF-4EC4-8C19-604958AA2EAC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Columna13</c:v>
                </c:pt>
              </c:strCache>
            </c:strRef>
          </c:tx>
          <c:spPr>
            <a:ln w="25400" cap="rnd">
              <a:solidFill>
                <a:srgbClr val="245C4F"/>
              </a:solidFill>
              <a:round/>
            </a:ln>
            <a:effectLst/>
          </c:spPr>
          <c:marker>
            <c:symbol val="none"/>
          </c:marker>
          <c:dLbls>
            <c:dLbl>
              <c:idx val="14"/>
              <c:layout>
                <c:manualLayout>
                  <c:x val="-1.8237040682414697E-2"/>
                  <c:y val="2.4978525264818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35F-4978-B6BB-8C3D81B320A2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Hoja1!$F$2:$F$19</c:f>
              <c:numCache>
                <c:formatCode>General</c:formatCode>
                <c:ptCount val="18"/>
                <c:pt idx="10">
                  <c:v>31.127006300000001</c:v>
                </c:pt>
                <c:pt idx="11">
                  <c:v>28.431523800000001</c:v>
                </c:pt>
                <c:pt idx="12">
                  <c:v>29.887605799999999</c:v>
                </c:pt>
                <c:pt idx="13">
                  <c:v>32.697590400000003</c:v>
                </c:pt>
                <c:pt idx="14">
                  <c:v>25.7024878</c:v>
                </c:pt>
                <c:pt idx="15">
                  <c:v>37.225236899999999</c:v>
                </c:pt>
                <c:pt idx="16">
                  <c:v>31.322505100000001</c:v>
                </c:pt>
                <c:pt idx="17">
                  <c:v>31.169955399999999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35-43C7-B760-851FE271AEB7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Columna12</c:v>
                </c:pt>
              </c:strCache>
            </c:strRef>
          </c:tx>
          <c:spPr>
            <a:ln w="25400" cap="rnd">
              <a:solidFill>
                <a:srgbClr val="69193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-2.1362040682414696E-2"/>
                  <c:y val="-2.85115764062764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D43-4208-8990-558515CF26D3}"/>
                </c:ext>
              </c:extLst>
            </c:dLbl>
            <c:dLbl>
              <c:idx val="11"/>
              <c:layout>
                <c:manualLayout>
                  <c:x val="-2.0708333333333332E-2"/>
                  <c:y val="2.2163256755813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43-4208-8990-558515CF26D3}"/>
                </c:ext>
              </c:extLst>
            </c:dLbl>
            <c:dLbl>
              <c:idx val="12"/>
              <c:layout>
                <c:manualLayout>
                  <c:x val="-1.3028707349081365E-2"/>
                  <c:y val="-2.00657708792615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D43-4208-8990-558515CF26D3}"/>
                </c:ext>
              </c:extLst>
            </c:dLbl>
            <c:dLbl>
              <c:idx val="16"/>
              <c:layout>
                <c:manualLayout>
                  <c:x val="-1.6153707349081364E-2"/>
                  <c:y val="2.2163256755813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677-4CE9-8D2C-7AFBA422BA7D}"/>
                </c:ext>
              </c:extLst>
            </c:dLbl>
            <c:dLbl>
              <c:idx val="17"/>
              <c:layout>
                <c:manualLayout>
                  <c:x val="-1.6153707349081364E-2"/>
                  <c:y val="-1.72505023702565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BA-435D-86BA-933807C793B9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Hoja1!$G$2:$G$19</c:f>
              <c:numCache>
                <c:formatCode>General</c:formatCode>
                <c:ptCount val="18"/>
                <c:pt idx="10">
                  <c:v>25.8108106</c:v>
                </c:pt>
                <c:pt idx="11">
                  <c:v>27.926813299999999</c:v>
                </c:pt>
                <c:pt idx="12">
                  <c:v>24.2218935</c:v>
                </c:pt>
                <c:pt idx="13">
                  <c:v>25.987175700000002</c:v>
                </c:pt>
                <c:pt idx="14">
                  <c:v>32.582579299999999</c:v>
                </c:pt>
                <c:pt idx="15">
                  <c:v>28.6948249</c:v>
                </c:pt>
                <c:pt idx="16">
                  <c:v>24.481477300000002</c:v>
                </c:pt>
                <c:pt idx="17">
                  <c:v>27.391217600000001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D35-43C7-B760-851FE271AEB7}"/>
            </c:ext>
          </c:extLst>
        </c:ser>
        <c:ser>
          <c:idx val="6"/>
          <c:order val="6"/>
          <c:tx>
            <c:strRef>
              <c:f>Hoja1!$H$1</c:f>
              <c:strCache>
                <c:ptCount val="1"/>
                <c:pt idx="0">
                  <c:v>Columna2</c:v>
                </c:pt>
              </c:strCache>
            </c:strRef>
          </c:tx>
          <c:spPr>
            <a:ln w="25400" cap="rnd">
              <a:solidFill>
                <a:srgbClr val="B7903D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Hoja1!$H$2:$H$19</c:f>
              <c:numCache>
                <c:formatCode>General</c:formatCode>
                <c:ptCount val="18"/>
                <c:pt idx="10">
                  <c:v>5.7902726500000004</c:v>
                </c:pt>
                <c:pt idx="11">
                  <c:v>7.5042618900000004</c:v>
                </c:pt>
                <c:pt idx="12">
                  <c:v>6.9025939000000003</c:v>
                </c:pt>
                <c:pt idx="13">
                  <c:v>1.3538807399999999</c:v>
                </c:pt>
                <c:pt idx="14">
                  <c:v>0</c:v>
                </c:pt>
                <c:pt idx="15">
                  <c:v>1.83230643</c:v>
                </c:pt>
                <c:pt idx="16">
                  <c:v>3.490538E-2</c:v>
                </c:pt>
                <c:pt idx="1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D35-43C7-B760-851FE271AEB7}"/>
            </c:ext>
          </c:extLst>
        </c:ser>
        <c:ser>
          <c:idx val="7"/>
          <c:order val="7"/>
          <c:tx>
            <c:strRef>
              <c:f>Hoja1!$I$1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solidFill>
                <a:srgbClr val="1E5B4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245C4F"/>
              </a:solidFill>
              <a:ln w="9525">
                <a:solidFill>
                  <a:srgbClr val="245C4F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1.9371448100534937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857-42EB-926E-5E0375745BB6}"/>
                </c:ext>
              </c:extLst>
            </c:dLbl>
            <c:dLbl>
              <c:idx val="11"/>
              <c:layout>
                <c:manualLayout>
                  <c:x val="-1.3673963365083594E-2"/>
                  <c:y val="-3.2080148473448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57-42EB-926E-5E0375745BB6}"/>
                </c:ext>
              </c:extLst>
            </c:dLbl>
            <c:dLbl>
              <c:idx val="12"/>
              <c:layout>
                <c:manualLayout>
                  <c:x val="-1.7092454206354284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857-42EB-926E-5E0375745BB6}"/>
                </c:ext>
              </c:extLst>
            </c:dLbl>
            <c:dLbl>
              <c:idx val="13"/>
              <c:layout>
                <c:manualLayout>
                  <c:x val="-1.2534466417993141E-2"/>
                  <c:y val="-3.20801484734488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857-42EB-926E-5E0375745BB6}"/>
                </c:ext>
              </c:extLst>
            </c:dLbl>
            <c:dLbl>
              <c:idx val="16"/>
              <c:layout>
                <c:manualLayout>
                  <c:x val="-1.2500000000000001E-2"/>
                  <c:y val="-3.94137591260697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2BA-435D-86BA-933807C793B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Hoja1!$I$2:$I$19</c:f>
              <c:numCache>
                <c:formatCode>General</c:formatCode>
                <c:ptCount val="18"/>
                <c:pt idx="10">
                  <c:v>62.72808955</c:v>
                </c:pt>
                <c:pt idx="11">
                  <c:v>63.862598990000002</c:v>
                </c:pt>
                <c:pt idx="12">
                  <c:v>61.012093199999995</c:v>
                </c:pt>
                <c:pt idx="13">
                  <c:v>60.038646840000006</c:v>
                </c:pt>
                <c:pt idx="14">
                  <c:v>58.285067099999999</c:v>
                </c:pt>
                <c:pt idx="15">
                  <c:v>67.752368230000002</c:v>
                </c:pt>
                <c:pt idx="16">
                  <c:v>55.83888778</c:v>
                </c:pt>
                <c:pt idx="17">
                  <c:v>58.561172999999997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D43-4208-8990-558515CF26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434986977714507E-2"/>
          <c:y val="2.2291848283621012E-2"/>
          <c:w val="0.95209840846022131"/>
          <c:h val="0.882032660512370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23BF-43A1-B9C1-472883B207F4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23BF-43A1-B9C1-472883B207F4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9A60-48C1-AA61-972404BA632B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23BF-43A1-B9C1-472883B207F4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23BF-43A1-B9C1-472883B207F4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23BF-43A1-B9C1-472883B207F4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23BF-43A1-B9C1-472883B207F4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23BF-43A1-B9C1-472883B207F4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23BF-43A1-B9C1-472883B207F4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23BF-43A1-B9C1-472883B207F4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23BF-43A1-B9C1-472883B207F4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23BF-43A1-B9C1-472883B207F4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23BF-43A1-B9C1-472883B207F4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23BF-43A1-B9C1-472883B207F4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23BF-43A1-B9C1-472883B207F4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9A60-48C1-AA61-972404BA632B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23BF-43A1-B9C1-472883B207F4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2C27-4C39-9E75-3F60FA350465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BF-43A1-B9C1-472883B207F4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BF-43A1-B9C1-472883B207F4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A60-48C1-AA61-972404BA632B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3BF-43A1-B9C1-472883B207F4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3BF-43A1-B9C1-472883B207F4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3BF-43A1-B9C1-472883B207F4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3BF-43A1-B9C1-472883B207F4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3BF-43A1-B9C1-472883B207F4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3BF-43A1-B9C1-472883B207F4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3BF-43A1-B9C1-472883B207F4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3BF-43A1-B9C1-472883B207F4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23BF-43A1-B9C1-472883B207F4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23BF-43A1-B9C1-472883B207F4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23BF-43A1-B9C1-472883B207F4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23BF-43A1-B9C1-472883B207F4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9A60-48C1-AA61-972404BA632B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23BF-43A1-B9C1-472883B207F4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2C27-4C39-9E75-3F60FA3504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86</c:v>
                </c:pt>
                <c:pt idx="1">
                  <c:v>26</c:v>
                </c:pt>
                <c:pt idx="2">
                  <c:v>92</c:v>
                </c:pt>
                <c:pt idx="3">
                  <c:v>78</c:v>
                </c:pt>
                <c:pt idx="4">
                  <c:v>98</c:v>
                </c:pt>
                <c:pt idx="5">
                  <c:v>112</c:v>
                </c:pt>
                <c:pt idx="6">
                  <c:v>116</c:v>
                </c:pt>
                <c:pt idx="7">
                  <c:v>124</c:v>
                </c:pt>
                <c:pt idx="8">
                  <c:v>102</c:v>
                </c:pt>
                <c:pt idx="9">
                  <c:v>105</c:v>
                </c:pt>
                <c:pt idx="10">
                  <c:v>125</c:v>
                </c:pt>
                <c:pt idx="11">
                  <c:v>117</c:v>
                </c:pt>
                <c:pt idx="12">
                  <c:v>124</c:v>
                </c:pt>
                <c:pt idx="13">
                  <c:v>119</c:v>
                </c:pt>
                <c:pt idx="14">
                  <c:v>57</c:v>
                </c:pt>
                <c:pt idx="15">
                  <c:v>50</c:v>
                </c:pt>
                <c:pt idx="16">
                  <c:v>131</c:v>
                </c:pt>
                <c:pt idx="17">
                  <c:v>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9A60-48C1-AA61-972404BA63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0-C430-4383-91FF-3BDF70378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172</c:v>
                </c:pt>
                <c:pt idx="19">
                  <c:v>177</c:v>
                </c:pt>
                <c:pt idx="20">
                  <c:v>161</c:v>
                </c:pt>
                <c:pt idx="21">
                  <c:v>163</c:v>
                </c:pt>
                <c:pt idx="22">
                  <c:v>129</c:v>
                </c:pt>
                <c:pt idx="23">
                  <c:v>111</c:v>
                </c:pt>
                <c:pt idx="24">
                  <c:v>92</c:v>
                </c:pt>
                <c:pt idx="25">
                  <c:v>127</c:v>
                </c:pt>
                <c:pt idx="26">
                  <c:v>131</c:v>
                </c:pt>
                <c:pt idx="27">
                  <c:v>128</c:v>
                </c:pt>
                <c:pt idx="28">
                  <c:v>130</c:v>
                </c:pt>
                <c:pt idx="29">
                  <c:v>128</c:v>
                </c:pt>
                <c:pt idx="30">
                  <c:v>122</c:v>
                </c:pt>
                <c:pt idx="31">
                  <c:v>134</c:v>
                </c:pt>
                <c:pt idx="32">
                  <c:v>128</c:v>
                </c:pt>
                <c:pt idx="33">
                  <c:v>120</c:v>
                </c:pt>
                <c:pt idx="34">
                  <c:v>126</c:v>
                </c:pt>
                <c:pt idx="35">
                  <c:v>130</c:v>
                </c:pt>
                <c:pt idx="36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F-9A60-48C1-AA61-972404BA63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160</c:v>
                </c:pt>
                <c:pt idx="19">
                  <c:v>160</c:v>
                </c:pt>
                <c:pt idx="20">
                  <c:v>160</c:v>
                </c:pt>
                <c:pt idx="21">
                  <c:v>160</c:v>
                </c:pt>
                <c:pt idx="22">
                  <c:v>160</c:v>
                </c:pt>
                <c:pt idx="23">
                  <c:v>160</c:v>
                </c:pt>
                <c:pt idx="24">
                  <c:v>160</c:v>
                </c:pt>
                <c:pt idx="25">
                  <c:v>160</c:v>
                </c:pt>
                <c:pt idx="26">
                  <c:v>160</c:v>
                </c:pt>
                <c:pt idx="27">
                  <c:v>160</c:v>
                </c:pt>
                <c:pt idx="28">
                  <c:v>160</c:v>
                </c:pt>
                <c:pt idx="29">
                  <c:v>160</c:v>
                </c:pt>
                <c:pt idx="30">
                  <c:v>160</c:v>
                </c:pt>
                <c:pt idx="31">
                  <c:v>160</c:v>
                </c:pt>
                <c:pt idx="32">
                  <c:v>160</c:v>
                </c:pt>
                <c:pt idx="33">
                  <c:v>160</c:v>
                </c:pt>
                <c:pt idx="34">
                  <c:v>160</c:v>
                </c:pt>
                <c:pt idx="35">
                  <c:v>160</c:v>
                </c:pt>
                <c:pt idx="36">
                  <c:v>160</c:v>
                </c:pt>
                <c:pt idx="37">
                  <c:v>160</c:v>
                </c:pt>
                <c:pt idx="38">
                  <c:v>170</c:v>
                </c:pt>
                <c:pt idx="39">
                  <c:v>190</c:v>
                </c:pt>
                <c:pt idx="40">
                  <c:v>190</c:v>
                </c:pt>
                <c:pt idx="41">
                  <c:v>190</c:v>
                </c:pt>
                <c:pt idx="42">
                  <c:v>190</c:v>
                </c:pt>
                <c:pt idx="43">
                  <c:v>190</c:v>
                </c:pt>
                <c:pt idx="44">
                  <c:v>190</c:v>
                </c:pt>
                <c:pt idx="45">
                  <c:v>190</c:v>
                </c:pt>
                <c:pt idx="46">
                  <c:v>190</c:v>
                </c:pt>
                <c:pt idx="47">
                  <c:v>190</c:v>
                </c:pt>
                <c:pt idx="48">
                  <c:v>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0-9A60-48C1-AA61-972404BA632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160</c:v>
                </c:pt>
                <c:pt idx="19">
                  <c:v>160</c:v>
                </c:pt>
                <c:pt idx="20">
                  <c:v>160</c:v>
                </c:pt>
                <c:pt idx="21">
                  <c:v>160</c:v>
                </c:pt>
                <c:pt idx="22">
                  <c:v>160</c:v>
                </c:pt>
                <c:pt idx="23">
                  <c:v>160</c:v>
                </c:pt>
                <c:pt idx="24">
                  <c:v>160</c:v>
                </c:pt>
                <c:pt idx="25">
                  <c:v>160</c:v>
                </c:pt>
                <c:pt idx="26">
                  <c:v>160</c:v>
                </c:pt>
                <c:pt idx="27">
                  <c:v>160</c:v>
                </c:pt>
                <c:pt idx="28">
                  <c:v>160</c:v>
                </c:pt>
                <c:pt idx="29">
                  <c:v>160</c:v>
                </c:pt>
                <c:pt idx="30">
                  <c:v>160</c:v>
                </c:pt>
                <c:pt idx="31">
                  <c:v>160</c:v>
                </c:pt>
                <c:pt idx="32">
                  <c:v>160</c:v>
                </c:pt>
                <c:pt idx="33">
                  <c:v>160</c:v>
                </c:pt>
                <c:pt idx="34">
                  <c:v>160</c:v>
                </c:pt>
                <c:pt idx="35">
                  <c:v>160</c:v>
                </c:pt>
                <c:pt idx="36">
                  <c:v>160</c:v>
                </c:pt>
                <c:pt idx="37">
                  <c:v>160</c:v>
                </c:pt>
                <c:pt idx="38">
                  <c:v>170</c:v>
                </c:pt>
                <c:pt idx="39">
                  <c:v>190</c:v>
                </c:pt>
                <c:pt idx="40">
                  <c:v>190</c:v>
                </c:pt>
                <c:pt idx="41">
                  <c:v>190</c:v>
                </c:pt>
                <c:pt idx="42">
                  <c:v>190</c:v>
                </c:pt>
                <c:pt idx="43">
                  <c:v>190</c:v>
                </c:pt>
                <c:pt idx="44">
                  <c:v>190</c:v>
                </c:pt>
                <c:pt idx="45">
                  <c:v>190</c:v>
                </c:pt>
                <c:pt idx="46">
                  <c:v>190</c:v>
                </c:pt>
                <c:pt idx="47">
                  <c:v>190</c:v>
                </c:pt>
                <c:pt idx="48">
                  <c:v>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1-9A60-48C1-AA61-972404BA63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  <c:max val="175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solidFill>
      <a:sysClr val="window" lastClr="FFFFFF"/>
    </a:solidFill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7735597490450136E-2"/>
          <c:y val="2.0217944616457026E-2"/>
          <c:w val="0.96140323754836265"/>
          <c:h val="0.879757794704252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14A5-4CF5-8AC1-443D0566C22E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14A5-4CF5-8AC1-443D0566C22E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68CA-4F5C-B9AA-FDFBDC8579DD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14A5-4CF5-8AC1-443D0566C22E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14A5-4CF5-8AC1-443D0566C22E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14A5-4CF5-8AC1-443D0566C22E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14A5-4CF5-8AC1-443D0566C22E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14A5-4CF5-8AC1-443D0566C22E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14A5-4CF5-8AC1-443D0566C22E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14A5-4CF5-8AC1-443D0566C22E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14A5-4CF5-8AC1-443D0566C22E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14A5-4CF5-8AC1-443D0566C22E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14A5-4CF5-8AC1-443D0566C22E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14A5-4CF5-8AC1-443D0566C22E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14A5-4CF5-8AC1-443D0566C22E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68CA-4F5C-B9AA-FDFBDC8579DD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14A5-4CF5-8AC1-443D0566C22E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0839-4279-B13E-0AF1A46F0B8A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A5-4CF5-8AC1-443D0566C22E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A5-4CF5-8AC1-443D0566C22E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8CA-4F5C-B9AA-FDFBDC8579DD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4A5-4CF5-8AC1-443D0566C22E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A5-4CF5-8AC1-443D0566C22E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4A5-4CF5-8AC1-443D0566C22E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4A5-4CF5-8AC1-443D0566C22E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4A5-4CF5-8AC1-443D0566C22E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4A5-4CF5-8AC1-443D0566C22E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4A5-4CF5-8AC1-443D0566C22E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4A5-4CF5-8AC1-443D0566C22E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14A5-4CF5-8AC1-443D0566C22E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14A5-4CF5-8AC1-443D0566C22E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14A5-4CF5-8AC1-443D0566C22E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14A5-4CF5-8AC1-443D0566C22E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68CA-4F5C-B9AA-FDFBDC8579DD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14A5-4CF5-8AC1-443D0566C22E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839-4279-B13E-0AF1A46F0B8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22</c:v>
                </c:pt>
                <c:pt idx="1">
                  <c:v>10</c:v>
                </c:pt>
                <c:pt idx="2">
                  <c:v>29</c:v>
                </c:pt>
                <c:pt idx="3">
                  <c:v>20</c:v>
                </c:pt>
                <c:pt idx="4">
                  <c:v>20</c:v>
                </c:pt>
                <c:pt idx="5">
                  <c:v>30</c:v>
                </c:pt>
                <c:pt idx="6">
                  <c:v>28</c:v>
                </c:pt>
                <c:pt idx="7">
                  <c:v>29</c:v>
                </c:pt>
                <c:pt idx="8">
                  <c:v>29</c:v>
                </c:pt>
                <c:pt idx="9">
                  <c:v>27</c:v>
                </c:pt>
                <c:pt idx="10">
                  <c:v>35</c:v>
                </c:pt>
                <c:pt idx="11">
                  <c:v>36</c:v>
                </c:pt>
                <c:pt idx="12">
                  <c:v>30</c:v>
                </c:pt>
                <c:pt idx="13">
                  <c:v>26</c:v>
                </c:pt>
                <c:pt idx="14">
                  <c:v>20</c:v>
                </c:pt>
                <c:pt idx="15">
                  <c:v>15</c:v>
                </c:pt>
                <c:pt idx="16">
                  <c:v>22</c:v>
                </c:pt>
                <c:pt idx="17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68CA-4F5C-B9AA-FDFBDC857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68CA-4F5C-B9AA-FDFBDC8579DD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A-BF03-4A2B-A87F-76A35FA7891D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B-EF60-4DB2-A583-AF7ADF7FB548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D-AADA-4F0B-9FE1-AE0DA889F1E0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1F-A4E3-4299-8E73-3B36505396DB}"/>
              </c:ext>
            </c:extLst>
          </c:dPt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8CA-4F5C-B9AA-FDFBDC8579D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F60-4DB2-A583-AF7ADF7FB54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A4E3-4299-8E73-3B36505396D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FC8B-4491-80BB-DA514C2739FB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8CF-4B91-893F-B364C96C9588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8CF-4B91-893F-B364C96C9588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FC8B-4491-80BB-DA514C2739FB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58CF-4B91-893F-B364C96C9588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58CF-4B91-893F-B364C96C9588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58CF-4B91-893F-B364C96C9588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58CF-4B91-893F-B364C96C958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61</c:v>
                </c:pt>
                <c:pt idx="19">
                  <c:v>66</c:v>
                </c:pt>
                <c:pt idx="20">
                  <c:v>64</c:v>
                </c:pt>
                <c:pt idx="21">
                  <c:v>51</c:v>
                </c:pt>
                <c:pt idx="22">
                  <c:v>54</c:v>
                </c:pt>
                <c:pt idx="23">
                  <c:v>49</c:v>
                </c:pt>
                <c:pt idx="24">
                  <c:v>55</c:v>
                </c:pt>
                <c:pt idx="25">
                  <c:v>44</c:v>
                </c:pt>
                <c:pt idx="26">
                  <c:v>51</c:v>
                </c:pt>
                <c:pt idx="27">
                  <c:v>44</c:v>
                </c:pt>
                <c:pt idx="28">
                  <c:v>34</c:v>
                </c:pt>
                <c:pt idx="29">
                  <c:v>33</c:v>
                </c:pt>
                <c:pt idx="30">
                  <c:v>30</c:v>
                </c:pt>
                <c:pt idx="31">
                  <c:v>30</c:v>
                </c:pt>
                <c:pt idx="32">
                  <c:v>24</c:v>
                </c:pt>
                <c:pt idx="33">
                  <c:v>36</c:v>
                </c:pt>
                <c:pt idx="34">
                  <c:v>47</c:v>
                </c:pt>
                <c:pt idx="35">
                  <c:v>40</c:v>
                </c:pt>
                <c:pt idx="36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68CA-4F5C-B9AA-FDFBDC8579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65</c:v>
                </c:pt>
                <c:pt idx="19">
                  <c:v>65</c:v>
                </c:pt>
                <c:pt idx="20">
                  <c:v>65</c:v>
                </c:pt>
                <c:pt idx="21">
                  <c:v>65</c:v>
                </c:pt>
                <c:pt idx="22">
                  <c:v>65</c:v>
                </c:pt>
                <c:pt idx="23">
                  <c:v>65</c:v>
                </c:pt>
                <c:pt idx="24">
                  <c:v>65</c:v>
                </c:pt>
                <c:pt idx="25">
                  <c:v>65</c:v>
                </c:pt>
                <c:pt idx="26">
                  <c:v>65</c:v>
                </c:pt>
                <c:pt idx="27">
                  <c:v>65</c:v>
                </c:pt>
                <c:pt idx="28">
                  <c:v>65</c:v>
                </c:pt>
                <c:pt idx="29">
                  <c:v>65</c:v>
                </c:pt>
                <c:pt idx="30">
                  <c:v>65</c:v>
                </c:pt>
                <c:pt idx="31">
                  <c:v>65</c:v>
                </c:pt>
                <c:pt idx="32">
                  <c:v>65</c:v>
                </c:pt>
                <c:pt idx="33">
                  <c:v>65</c:v>
                </c:pt>
                <c:pt idx="34">
                  <c:v>65</c:v>
                </c:pt>
                <c:pt idx="35">
                  <c:v>65</c:v>
                </c:pt>
                <c:pt idx="36">
                  <c:v>65</c:v>
                </c:pt>
                <c:pt idx="37">
                  <c:v>65</c:v>
                </c:pt>
                <c:pt idx="38">
                  <c:v>68</c:v>
                </c:pt>
                <c:pt idx="39">
                  <c:v>68</c:v>
                </c:pt>
                <c:pt idx="40">
                  <c:v>68</c:v>
                </c:pt>
                <c:pt idx="41">
                  <c:v>68</c:v>
                </c:pt>
                <c:pt idx="42">
                  <c:v>68</c:v>
                </c:pt>
                <c:pt idx="43">
                  <c:v>68</c:v>
                </c:pt>
                <c:pt idx="44">
                  <c:v>68</c:v>
                </c:pt>
                <c:pt idx="45">
                  <c:v>68</c:v>
                </c:pt>
                <c:pt idx="46">
                  <c:v>68</c:v>
                </c:pt>
                <c:pt idx="47">
                  <c:v>68</c:v>
                </c:pt>
                <c:pt idx="48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68CA-4F5C-B9AA-FDFBDC8579D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65</c:v>
                </c:pt>
                <c:pt idx="19">
                  <c:v>65</c:v>
                </c:pt>
                <c:pt idx="20">
                  <c:v>65</c:v>
                </c:pt>
                <c:pt idx="21">
                  <c:v>65</c:v>
                </c:pt>
                <c:pt idx="22">
                  <c:v>65</c:v>
                </c:pt>
                <c:pt idx="23">
                  <c:v>65</c:v>
                </c:pt>
                <c:pt idx="24">
                  <c:v>65</c:v>
                </c:pt>
                <c:pt idx="25">
                  <c:v>65</c:v>
                </c:pt>
                <c:pt idx="26">
                  <c:v>65</c:v>
                </c:pt>
                <c:pt idx="27">
                  <c:v>65</c:v>
                </c:pt>
                <c:pt idx="28">
                  <c:v>65</c:v>
                </c:pt>
                <c:pt idx="29">
                  <c:v>65</c:v>
                </c:pt>
                <c:pt idx="30">
                  <c:v>65</c:v>
                </c:pt>
                <c:pt idx="31">
                  <c:v>65</c:v>
                </c:pt>
                <c:pt idx="32">
                  <c:v>65</c:v>
                </c:pt>
                <c:pt idx="33">
                  <c:v>65</c:v>
                </c:pt>
                <c:pt idx="34">
                  <c:v>65</c:v>
                </c:pt>
                <c:pt idx="35">
                  <c:v>65</c:v>
                </c:pt>
                <c:pt idx="36">
                  <c:v>65</c:v>
                </c:pt>
                <c:pt idx="37">
                  <c:v>65</c:v>
                </c:pt>
                <c:pt idx="38">
                  <c:v>68</c:v>
                </c:pt>
                <c:pt idx="39">
                  <c:v>68</c:v>
                </c:pt>
                <c:pt idx="40">
                  <c:v>68</c:v>
                </c:pt>
                <c:pt idx="41">
                  <c:v>68</c:v>
                </c:pt>
                <c:pt idx="42">
                  <c:v>68</c:v>
                </c:pt>
                <c:pt idx="43">
                  <c:v>68</c:v>
                </c:pt>
                <c:pt idx="44">
                  <c:v>68</c:v>
                </c:pt>
                <c:pt idx="45">
                  <c:v>68</c:v>
                </c:pt>
                <c:pt idx="46">
                  <c:v>68</c:v>
                </c:pt>
                <c:pt idx="47">
                  <c:v>68</c:v>
                </c:pt>
                <c:pt idx="48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68CA-4F5C-B9AA-FDFBDC857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solidFill>
      <a:sysClr val="window" lastClr="FFFFFF"/>
    </a:solidFill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4536827427821518E-2"/>
          <c:y val="4.7340338872596928E-2"/>
          <c:w val="0.96460203412073486"/>
          <c:h val="0.8513484514638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5282-4B05-848C-AF387B89A6B3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5282-4B05-848C-AF387B89A6B3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A698-403E-849B-54A4FB0E0B26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5282-4B05-848C-AF387B89A6B3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5282-4B05-848C-AF387B89A6B3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5282-4B05-848C-AF387B89A6B3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5282-4B05-848C-AF387B89A6B3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5282-4B05-848C-AF387B89A6B3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5282-4B05-848C-AF387B89A6B3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5282-4B05-848C-AF387B89A6B3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5282-4B05-848C-AF387B89A6B3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5282-4B05-848C-AF387B89A6B3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5282-4B05-848C-AF387B89A6B3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5282-4B05-848C-AF387B89A6B3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5282-4B05-848C-AF387B89A6B3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A698-403E-849B-54A4FB0E0B26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5282-4B05-848C-AF387B89A6B3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B579-4742-9711-87EE396CA749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82-4B05-848C-AF387B89A6B3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82-4B05-848C-AF387B89A6B3}"/>
                </c:ext>
              </c:extLst>
            </c:dLbl>
            <c:dLbl>
              <c:idx val="2"/>
              <c:layout>
                <c:manualLayout>
                  <c:x val="-2.0833333333333428E-3"/>
                  <c:y val="3.5535692492928914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698-403E-849B-54A4FB0E0B26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82-4B05-848C-AF387B89A6B3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282-4B05-848C-AF387B89A6B3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282-4B05-848C-AF387B89A6B3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282-4B05-848C-AF387B89A6B3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282-4B05-848C-AF387B89A6B3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282-4B05-848C-AF387B89A6B3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282-4B05-848C-AF387B89A6B3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5282-4B05-848C-AF387B89A6B3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5282-4B05-848C-AF387B89A6B3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282-4B05-848C-AF387B89A6B3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282-4B05-848C-AF387B89A6B3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5282-4B05-848C-AF387B89A6B3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A698-403E-849B-54A4FB0E0B26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282-4B05-848C-AF387B89A6B3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B579-4742-9711-87EE396CA74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18</c:v>
                </c:pt>
                <c:pt idx="1">
                  <c:v>4</c:v>
                </c:pt>
                <c:pt idx="2">
                  <c:v>25</c:v>
                </c:pt>
                <c:pt idx="3">
                  <c:v>17</c:v>
                </c:pt>
                <c:pt idx="4">
                  <c:v>16</c:v>
                </c:pt>
                <c:pt idx="5">
                  <c:v>26</c:v>
                </c:pt>
                <c:pt idx="6">
                  <c:v>23</c:v>
                </c:pt>
                <c:pt idx="7">
                  <c:v>33</c:v>
                </c:pt>
                <c:pt idx="8">
                  <c:v>27</c:v>
                </c:pt>
                <c:pt idx="9">
                  <c:v>29</c:v>
                </c:pt>
                <c:pt idx="10">
                  <c:v>39</c:v>
                </c:pt>
                <c:pt idx="11">
                  <c:v>34</c:v>
                </c:pt>
                <c:pt idx="12">
                  <c:v>38</c:v>
                </c:pt>
                <c:pt idx="13">
                  <c:v>35</c:v>
                </c:pt>
                <c:pt idx="14">
                  <c:v>16</c:v>
                </c:pt>
                <c:pt idx="15">
                  <c:v>13</c:v>
                </c:pt>
                <c:pt idx="16">
                  <c:v>28</c:v>
                </c:pt>
                <c:pt idx="17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A698-403E-849B-54A4FB0E0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A698-403E-849B-54A4FB0E0B26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E345-4099-B46D-CCD904D3E7CD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8AC4-4CA6-8349-33AF9BBA8D97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4A43-46D9-AC15-2105CA11BB2E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2-D1FD-4B22-B347-25FFAFF2D845}"/>
              </c:ext>
            </c:extLst>
          </c:dPt>
          <c:dLbls>
            <c:dLbl>
              <c:idx val="35"/>
              <c:layout>
                <c:manualLayout>
                  <c:x val="-3.3611138451443721E-2"/>
                  <c:y val="-4.27005146110671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D1FD-4B22-B347-25FFAFF2D84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50</c:v>
                </c:pt>
                <c:pt idx="19">
                  <c:v>51</c:v>
                </c:pt>
                <c:pt idx="20">
                  <c:v>38</c:v>
                </c:pt>
                <c:pt idx="21">
                  <c:v>44</c:v>
                </c:pt>
                <c:pt idx="22">
                  <c:v>50</c:v>
                </c:pt>
                <c:pt idx="23">
                  <c:v>27</c:v>
                </c:pt>
                <c:pt idx="24">
                  <c:v>22</c:v>
                </c:pt>
                <c:pt idx="25">
                  <c:v>37</c:v>
                </c:pt>
                <c:pt idx="26">
                  <c:v>32</c:v>
                </c:pt>
                <c:pt idx="27">
                  <c:v>43</c:v>
                </c:pt>
                <c:pt idx="28">
                  <c:v>45</c:v>
                </c:pt>
                <c:pt idx="29">
                  <c:v>44</c:v>
                </c:pt>
                <c:pt idx="30">
                  <c:v>43</c:v>
                </c:pt>
                <c:pt idx="31">
                  <c:v>41</c:v>
                </c:pt>
                <c:pt idx="32">
                  <c:v>35</c:v>
                </c:pt>
                <c:pt idx="33">
                  <c:v>46</c:v>
                </c:pt>
                <c:pt idx="34">
                  <c:v>43</c:v>
                </c:pt>
                <c:pt idx="35">
                  <c:v>40</c:v>
                </c:pt>
                <c:pt idx="36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A698-403E-849B-54A4FB0E0B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42</c:v>
                </c:pt>
                <c:pt idx="19">
                  <c:v>42</c:v>
                </c:pt>
                <c:pt idx="20">
                  <c:v>42</c:v>
                </c:pt>
                <c:pt idx="21">
                  <c:v>42</c:v>
                </c:pt>
                <c:pt idx="22">
                  <c:v>42</c:v>
                </c:pt>
                <c:pt idx="23">
                  <c:v>42</c:v>
                </c:pt>
                <c:pt idx="24">
                  <c:v>42</c:v>
                </c:pt>
                <c:pt idx="25">
                  <c:v>42</c:v>
                </c:pt>
                <c:pt idx="26">
                  <c:v>42</c:v>
                </c:pt>
                <c:pt idx="27">
                  <c:v>42</c:v>
                </c:pt>
                <c:pt idx="28">
                  <c:v>42</c:v>
                </c:pt>
                <c:pt idx="29">
                  <c:v>42</c:v>
                </c:pt>
                <c:pt idx="30">
                  <c:v>42</c:v>
                </c:pt>
                <c:pt idx="31">
                  <c:v>42</c:v>
                </c:pt>
                <c:pt idx="32">
                  <c:v>42</c:v>
                </c:pt>
                <c:pt idx="33">
                  <c:v>42</c:v>
                </c:pt>
                <c:pt idx="34">
                  <c:v>42</c:v>
                </c:pt>
                <c:pt idx="35">
                  <c:v>42</c:v>
                </c:pt>
                <c:pt idx="36">
                  <c:v>42</c:v>
                </c:pt>
                <c:pt idx="37">
                  <c:v>42</c:v>
                </c:pt>
                <c:pt idx="38">
                  <c:v>43</c:v>
                </c:pt>
                <c:pt idx="39">
                  <c:v>43</c:v>
                </c:pt>
                <c:pt idx="40">
                  <c:v>43</c:v>
                </c:pt>
                <c:pt idx="41">
                  <c:v>43</c:v>
                </c:pt>
                <c:pt idx="42">
                  <c:v>43</c:v>
                </c:pt>
                <c:pt idx="43">
                  <c:v>43</c:v>
                </c:pt>
                <c:pt idx="44">
                  <c:v>43</c:v>
                </c:pt>
                <c:pt idx="45">
                  <c:v>43</c:v>
                </c:pt>
                <c:pt idx="46">
                  <c:v>43</c:v>
                </c:pt>
                <c:pt idx="47">
                  <c:v>43</c:v>
                </c:pt>
                <c:pt idx="48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A698-403E-849B-54A4FB0E0B2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42</c:v>
                </c:pt>
                <c:pt idx="19">
                  <c:v>42</c:v>
                </c:pt>
                <c:pt idx="20">
                  <c:v>42</c:v>
                </c:pt>
                <c:pt idx="21">
                  <c:v>42</c:v>
                </c:pt>
                <c:pt idx="22">
                  <c:v>42</c:v>
                </c:pt>
                <c:pt idx="23">
                  <c:v>42</c:v>
                </c:pt>
                <c:pt idx="24">
                  <c:v>42</c:v>
                </c:pt>
                <c:pt idx="25">
                  <c:v>42</c:v>
                </c:pt>
                <c:pt idx="26">
                  <c:v>42</c:v>
                </c:pt>
                <c:pt idx="27">
                  <c:v>42</c:v>
                </c:pt>
                <c:pt idx="28">
                  <c:v>42</c:v>
                </c:pt>
                <c:pt idx="29">
                  <c:v>42</c:v>
                </c:pt>
                <c:pt idx="30">
                  <c:v>42</c:v>
                </c:pt>
                <c:pt idx="31">
                  <c:v>42</c:v>
                </c:pt>
                <c:pt idx="32">
                  <c:v>42</c:v>
                </c:pt>
                <c:pt idx="33">
                  <c:v>42</c:v>
                </c:pt>
                <c:pt idx="34">
                  <c:v>42</c:v>
                </c:pt>
                <c:pt idx="35">
                  <c:v>42</c:v>
                </c:pt>
                <c:pt idx="36">
                  <c:v>42</c:v>
                </c:pt>
                <c:pt idx="37">
                  <c:v>42</c:v>
                </c:pt>
                <c:pt idx="38">
                  <c:v>43</c:v>
                </c:pt>
                <c:pt idx="39">
                  <c:v>43</c:v>
                </c:pt>
                <c:pt idx="40">
                  <c:v>43</c:v>
                </c:pt>
                <c:pt idx="41">
                  <c:v>43</c:v>
                </c:pt>
                <c:pt idx="42">
                  <c:v>43</c:v>
                </c:pt>
                <c:pt idx="43">
                  <c:v>43</c:v>
                </c:pt>
                <c:pt idx="44">
                  <c:v>43</c:v>
                </c:pt>
                <c:pt idx="45">
                  <c:v>43</c:v>
                </c:pt>
                <c:pt idx="46">
                  <c:v>43</c:v>
                </c:pt>
                <c:pt idx="47">
                  <c:v>43</c:v>
                </c:pt>
                <c:pt idx="48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F-A698-403E-849B-54A4FB0E0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solidFill>
      <a:sysClr val="window" lastClr="FFFFFF"/>
    </a:solidFill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0358513779527559E-2"/>
          <c:y val="2.230367984713533E-2"/>
          <c:w val="0.96321284448818878"/>
          <c:h val="0.879619713173277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F99E-4289-95CD-59D37CB3C749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F99E-4289-95CD-59D37CB3C749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C861-40F0-BDC0-5C471C099ABC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F99E-4289-95CD-59D37CB3C749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F99E-4289-95CD-59D37CB3C749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F99E-4289-95CD-59D37CB3C749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F99E-4289-95CD-59D37CB3C749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F99E-4289-95CD-59D37CB3C749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F99E-4289-95CD-59D37CB3C749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F99E-4289-95CD-59D37CB3C749}"/>
              </c:ext>
            </c:extLst>
          </c:dPt>
          <c:dPt>
            <c:idx val="1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5-F99E-4289-95CD-59D37CB3C749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F99E-4289-95CD-59D37CB3C749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F99E-4289-95CD-59D37CB3C749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F99E-4289-95CD-59D37CB3C749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F99E-4289-95CD-59D37CB3C749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6-C861-40F0-BDC0-5C471C099ABC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DCC3-4D68-8896-43AC8DF886E9}"/>
              </c:ext>
            </c:extLst>
          </c:dPt>
          <c:dPt>
            <c:idx val="1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3-DCC3-4D68-8896-43AC8DF886E9}"/>
              </c:ext>
            </c:extLst>
          </c:dPt>
          <c:dPt>
            <c:idx val="18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5-DCC3-4D68-8896-43AC8DF886E9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9E-4289-95CD-59D37CB3C749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9E-4289-95CD-59D37CB3C749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861-40F0-BDC0-5C471C099ABC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99E-4289-95CD-59D37CB3C749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99E-4289-95CD-59D37CB3C749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99E-4289-95CD-59D37CB3C749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99E-4289-95CD-59D37CB3C749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99E-4289-95CD-59D37CB3C749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99E-4289-95CD-59D37CB3C749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99E-4289-95CD-59D37CB3C749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F99E-4289-95CD-59D37CB3C749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F99E-4289-95CD-59D37CB3C749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F99E-4289-95CD-59D37CB3C749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F99E-4289-95CD-59D37CB3C749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F99E-4289-95CD-59D37CB3C749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C861-40F0-BDC0-5C471C099ABC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CC3-4D68-8896-43AC8DF886E9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DCC3-4D68-8896-43AC8DF886E9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DCC3-4D68-8896-43AC8DF886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27</c:v>
                </c:pt>
                <c:pt idx="1">
                  <c:v>12</c:v>
                </c:pt>
                <c:pt idx="2">
                  <c:v>7</c:v>
                </c:pt>
                <c:pt idx="3">
                  <c:v>17</c:v>
                </c:pt>
                <c:pt idx="4">
                  <c:v>33</c:v>
                </c:pt>
                <c:pt idx="5">
                  <c:v>23</c:v>
                </c:pt>
                <c:pt idx="6">
                  <c:v>33</c:v>
                </c:pt>
                <c:pt idx="7">
                  <c:v>33</c:v>
                </c:pt>
                <c:pt idx="8">
                  <c:v>14</c:v>
                </c:pt>
                <c:pt idx="9">
                  <c:v>14</c:v>
                </c:pt>
                <c:pt idx="10">
                  <c:v>14</c:v>
                </c:pt>
                <c:pt idx="11">
                  <c:v>0</c:v>
                </c:pt>
                <c:pt idx="12">
                  <c:v>0</c:v>
                </c:pt>
                <c:pt idx="13">
                  <c:v>8</c:v>
                </c:pt>
                <c:pt idx="14">
                  <c:v>0</c:v>
                </c:pt>
                <c:pt idx="15">
                  <c:v>25</c:v>
                </c:pt>
                <c:pt idx="16">
                  <c:v>32</c:v>
                </c:pt>
                <c:pt idx="17">
                  <c:v>38</c:v>
                </c:pt>
                <c:pt idx="1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C861-40F0-BDC0-5C471C099A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D1B5-4FC5-8DCA-9C9AD3ED0C0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D1B5-4FC5-8DCA-9C9AD3ED0C03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D1B5-4FC5-8DCA-9C9AD3ED0C03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D1B5-4FC5-8DCA-9C9AD3ED0C03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1B5-4FC5-8DCA-9C9AD3ED0C03}"/>
                </c:ext>
              </c:extLst>
            </c:dLbl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0-3F80-4F2E-B696-A6AA1CF17459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D1B5-4FC5-8DCA-9C9AD3ED0C03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D1B5-4FC5-8DCA-9C9AD3ED0C0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Sheet1!$C$2:$C$51</c:f>
              <c:numCache>
                <c:formatCode>General</c:formatCode>
                <c:ptCount val="50"/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23</c:v>
                </c:pt>
                <c:pt idx="23">
                  <c:v>0</c:v>
                </c:pt>
                <c:pt idx="24">
                  <c:v>0</c:v>
                </c:pt>
                <c:pt idx="25">
                  <c:v>6</c:v>
                </c:pt>
                <c:pt idx="26">
                  <c:v>19</c:v>
                </c:pt>
                <c:pt idx="27">
                  <c:v>13</c:v>
                </c:pt>
                <c:pt idx="28">
                  <c:v>34</c:v>
                </c:pt>
                <c:pt idx="29">
                  <c:v>0</c:v>
                </c:pt>
                <c:pt idx="30">
                  <c:v>22</c:v>
                </c:pt>
                <c:pt idx="31">
                  <c:v>0</c:v>
                </c:pt>
                <c:pt idx="32">
                  <c:v>10</c:v>
                </c:pt>
                <c:pt idx="33">
                  <c:v>22</c:v>
                </c:pt>
                <c:pt idx="34">
                  <c:v>0</c:v>
                </c:pt>
                <c:pt idx="35">
                  <c:v>11</c:v>
                </c:pt>
                <c:pt idx="36">
                  <c:v>0</c:v>
                </c:pt>
                <c:pt idx="3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C861-40F0-BDC0-5C471C099A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Sheet1!$D$2:$D$51</c:f>
              <c:numCache>
                <c:formatCode>General</c:formatCode>
                <c:ptCount val="50"/>
                <c:pt idx="19">
                  <c:v>47</c:v>
                </c:pt>
                <c:pt idx="20">
                  <c:v>47</c:v>
                </c:pt>
                <c:pt idx="21">
                  <c:v>47</c:v>
                </c:pt>
                <c:pt idx="22">
                  <c:v>47</c:v>
                </c:pt>
                <c:pt idx="23">
                  <c:v>47</c:v>
                </c:pt>
                <c:pt idx="24">
                  <c:v>47</c:v>
                </c:pt>
                <c:pt idx="25">
                  <c:v>47</c:v>
                </c:pt>
                <c:pt idx="26">
                  <c:v>47</c:v>
                </c:pt>
                <c:pt idx="27">
                  <c:v>47</c:v>
                </c:pt>
                <c:pt idx="28">
                  <c:v>47</c:v>
                </c:pt>
                <c:pt idx="29">
                  <c:v>47</c:v>
                </c:pt>
                <c:pt idx="30">
                  <c:v>47</c:v>
                </c:pt>
                <c:pt idx="31">
                  <c:v>47</c:v>
                </c:pt>
                <c:pt idx="32">
                  <c:v>47</c:v>
                </c:pt>
                <c:pt idx="33">
                  <c:v>47</c:v>
                </c:pt>
                <c:pt idx="34">
                  <c:v>47</c:v>
                </c:pt>
                <c:pt idx="35">
                  <c:v>47</c:v>
                </c:pt>
                <c:pt idx="36">
                  <c:v>47</c:v>
                </c:pt>
                <c:pt idx="37">
                  <c:v>47</c:v>
                </c:pt>
                <c:pt idx="38">
                  <c:v>47</c:v>
                </c:pt>
                <c:pt idx="39">
                  <c:v>50</c:v>
                </c:pt>
                <c:pt idx="40">
                  <c:v>54</c:v>
                </c:pt>
                <c:pt idx="41">
                  <c:v>54</c:v>
                </c:pt>
                <c:pt idx="42">
                  <c:v>54</c:v>
                </c:pt>
                <c:pt idx="43">
                  <c:v>54</c:v>
                </c:pt>
                <c:pt idx="44">
                  <c:v>54</c:v>
                </c:pt>
                <c:pt idx="45">
                  <c:v>54</c:v>
                </c:pt>
                <c:pt idx="46">
                  <c:v>54</c:v>
                </c:pt>
                <c:pt idx="47">
                  <c:v>54</c:v>
                </c:pt>
                <c:pt idx="48">
                  <c:v>54</c:v>
                </c:pt>
                <c:pt idx="49">
                  <c:v>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C861-40F0-BDC0-5C471C099AB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Sheet1!$E$2:$E$51</c:f>
              <c:numCache>
                <c:formatCode>General</c:formatCode>
                <c:ptCount val="50"/>
                <c:pt idx="19">
                  <c:v>47</c:v>
                </c:pt>
                <c:pt idx="20">
                  <c:v>47</c:v>
                </c:pt>
                <c:pt idx="21">
                  <c:v>47</c:v>
                </c:pt>
                <c:pt idx="22">
                  <c:v>47</c:v>
                </c:pt>
                <c:pt idx="23">
                  <c:v>47</c:v>
                </c:pt>
                <c:pt idx="24">
                  <c:v>47</c:v>
                </c:pt>
                <c:pt idx="25">
                  <c:v>47</c:v>
                </c:pt>
                <c:pt idx="26">
                  <c:v>47</c:v>
                </c:pt>
                <c:pt idx="27">
                  <c:v>47</c:v>
                </c:pt>
                <c:pt idx="28">
                  <c:v>47</c:v>
                </c:pt>
                <c:pt idx="29">
                  <c:v>47</c:v>
                </c:pt>
                <c:pt idx="30">
                  <c:v>47</c:v>
                </c:pt>
                <c:pt idx="31">
                  <c:v>47</c:v>
                </c:pt>
                <c:pt idx="32">
                  <c:v>47</c:v>
                </c:pt>
                <c:pt idx="33">
                  <c:v>47</c:v>
                </c:pt>
                <c:pt idx="34">
                  <c:v>47</c:v>
                </c:pt>
                <c:pt idx="35">
                  <c:v>47</c:v>
                </c:pt>
                <c:pt idx="36">
                  <c:v>47</c:v>
                </c:pt>
                <c:pt idx="37">
                  <c:v>47</c:v>
                </c:pt>
                <c:pt idx="38">
                  <c:v>47</c:v>
                </c:pt>
                <c:pt idx="39">
                  <c:v>50</c:v>
                </c:pt>
                <c:pt idx="40">
                  <c:v>54</c:v>
                </c:pt>
                <c:pt idx="41">
                  <c:v>54</c:v>
                </c:pt>
                <c:pt idx="42">
                  <c:v>54</c:v>
                </c:pt>
                <c:pt idx="43">
                  <c:v>54</c:v>
                </c:pt>
                <c:pt idx="44">
                  <c:v>54</c:v>
                </c:pt>
                <c:pt idx="45">
                  <c:v>54</c:v>
                </c:pt>
                <c:pt idx="46">
                  <c:v>54</c:v>
                </c:pt>
                <c:pt idx="47">
                  <c:v>54</c:v>
                </c:pt>
                <c:pt idx="48">
                  <c:v>54</c:v>
                </c:pt>
                <c:pt idx="49">
                  <c:v>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C861-40F0-BDC0-5C471C099A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  <c:spPr>
        <a:solidFill>
          <a:sysClr val="window" lastClr="FFFFFF"/>
        </a:solidFill>
      </c:spPr>
    </c:plotArea>
    <c:plotVisOnly val="1"/>
    <c:dispBlanksAs val="gap"/>
    <c:showDLblsOverMax val="0"/>
  </c:chart>
  <c:spPr>
    <a:solidFill>
      <a:sysClr val="window" lastClr="FFFFFF"/>
    </a:solidFill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883694225721789E-2"/>
          <c:y val="2.1533209083964749E-2"/>
          <c:w val="0.96043536745406821"/>
          <c:h val="0.90135971914103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F943-451B-BB4D-B509A150427B}"/>
              </c:ext>
            </c:extLst>
          </c:dPt>
          <c:dPt>
            <c:idx val="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3-F943-451B-BB4D-B509A150427B}"/>
              </c:ext>
            </c:extLst>
          </c:dPt>
          <c:dPt>
            <c:idx val="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1-09FA-458E-8B35-F3EA29BDD600}"/>
              </c:ext>
            </c:extLst>
          </c:dPt>
          <c:dPt>
            <c:idx val="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7-F943-451B-BB4D-B509A150427B}"/>
              </c:ext>
            </c:extLst>
          </c:dPt>
          <c:dPt>
            <c:idx val="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9-F943-451B-BB4D-B509A150427B}"/>
              </c:ext>
            </c:extLst>
          </c:dPt>
          <c:dPt>
            <c:idx val="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B-F943-451B-BB4D-B509A150427B}"/>
              </c:ext>
            </c:extLst>
          </c:dPt>
          <c:dPt>
            <c:idx val="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D-F943-451B-BB4D-B509A150427B}"/>
              </c:ext>
            </c:extLst>
          </c:dPt>
          <c:dPt>
            <c:idx val="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F-F943-451B-BB4D-B509A150427B}"/>
              </c:ext>
            </c:extLst>
          </c:dPt>
          <c:dPt>
            <c:idx val="8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11-F943-451B-BB4D-B509A150427B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43-451B-BB4D-B509A150427B}"/>
                </c:ext>
              </c:extLst>
            </c:dLbl>
            <c:dLbl>
              <c:idx val="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943-451B-BB4D-B509A150427B}"/>
                </c:ext>
              </c:extLst>
            </c:dLbl>
            <c:dLbl>
              <c:idx val="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9FA-458E-8B35-F3EA29BDD600}"/>
                </c:ext>
              </c:extLst>
            </c:dLbl>
            <c:dLbl>
              <c:idx val="3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F943-451B-BB4D-B509A150427B}"/>
                </c:ext>
              </c:extLst>
            </c:dLbl>
            <c:dLbl>
              <c:idx val="4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F943-451B-BB4D-B509A150427B}"/>
                </c:ext>
              </c:extLst>
            </c:dLbl>
            <c:dLbl>
              <c:idx val="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F943-451B-BB4D-B509A150427B}"/>
                </c:ext>
              </c:extLst>
            </c:dLbl>
            <c:dLbl>
              <c:idx val="6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F943-451B-BB4D-B509A150427B}"/>
                </c:ext>
              </c:extLst>
            </c:dLbl>
            <c:dLbl>
              <c:idx val="7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F943-451B-BB4D-B509A150427B}"/>
                </c:ext>
              </c:extLst>
            </c:dLbl>
            <c:dLbl>
              <c:idx val="8"/>
              <c:numFmt formatCode="#,##0" sourceLinked="0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943-451B-BB4D-B509A150427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Sheet1!$A$2:$A$41</c:f>
              <c:strCache>
                <c:ptCount val="40"/>
                <c:pt idx="0">
                  <c:v>2026</c:v>
                </c:pt>
                <c:pt idx="1">
                  <c:v>Ene</c:v>
                </c:pt>
                <c:pt idx="2">
                  <c:v>Feb</c:v>
                </c:pt>
                <c:pt idx="3">
                  <c:v>Mar</c:v>
                </c:pt>
                <c:pt idx="4">
                  <c:v>Abr</c:v>
                </c:pt>
                <c:pt idx="5">
                  <c:v>May</c:v>
                </c:pt>
                <c:pt idx="6">
                  <c:v>Jun</c:v>
                </c:pt>
                <c:pt idx="7">
                  <c:v>Jul</c:v>
                </c:pt>
                <c:pt idx="8">
                  <c:v>Ago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7</c:v>
                </c:pt>
                <c:pt idx="16">
                  <c:v>8</c:v>
                </c:pt>
                <c:pt idx="17">
                  <c:v>9</c:v>
                </c:pt>
                <c:pt idx="18">
                  <c:v>10</c:v>
                </c:pt>
                <c:pt idx="19">
                  <c:v>11</c:v>
                </c:pt>
                <c:pt idx="20">
                  <c:v>12</c:v>
                </c:pt>
                <c:pt idx="21">
                  <c:v>13</c:v>
                </c:pt>
                <c:pt idx="22">
                  <c:v>14</c:v>
                </c:pt>
                <c:pt idx="23">
                  <c:v>15</c:v>
                </c:pt>
                <c:pt idx="24">
                  <c:v>16</c:v>
                </c:pt>
                <c:pt idx="25">
                  <c:v>17</c:v>
                </c:pt>
                <c:pt idx="26">
                  <c:v>18</c:v>
                </c:pt>
                <c:pt idx="27">
                  <c:v>19</c:v>
                </c:pt>
                <c:pt idx="28">
                  <c:v>20</c:v>
                </c:pt>
                <c:pt idx="29">
                  <c:v>21</c:v>
                </c:pt>
                <c:pt idx="30">
                  <c:v>22</c:v>
                </c:pt>
                <c:pt idx="31">
                  <c:v>23</c:v>
                </c:pt>
                <c:pt idx="32">
                  <c:v>24</c:v>
                </c:pt>
                <c:pt idx="33">
                  <c:v>25</c:v>
                </c:pt>
                <c:pt idx="34">
                  <c:v>26</c:v>
                </c:pt>
                <c:pt idx="35">
                  <c:v>27</c:v>
                </c:pt>
                <c:pt idx="36">
                  <c:v>28</c:v>
                </c:pt>
                <c:pt idx="37">
                  <c:v>29</c:v>
                </c:pt>
                <c:pt idx="38">
                  <c:v>30</c:v>
                </c:pt>
                <c:pt idx="39">
                  <c:v>31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1.3157894736842106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09FA-458E-8B35-F3EA29BDD6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105346176"/>
        <c:axId val="10534771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</c:dPt>
          <c:dPt>
            <c:idx val="29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</c:dPt>
          <c:dPt>
            <c:idx val="30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</c:dPt>
          <c:dPt>
            <c:idx val="31"/>
            <c:bubble3D val="0"/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Sheet1!$A$2:$A$41</c:f>
              <c:strCache>
                <c:ptCount val="40"/>
                <c:pt idx="0">
                  <c:v>2026</c:v>
                </c:pt>
                <c:pt idx="1">
                  <c:v>Ene</c:v>
                </c:pt>
                <c:pt idx="2">
                  <c:v>Feb</c:v>
                </c:pt>
                <c:pt idx="3">
                  <c:v>Mar</c:v>
                </c:pt>
                <c:pt idx="4">
                  <c:v>Abr</c:v>
                </c:pt>
                <c:pt idx="5">
                  <c:v>May</c:v>
                </c:pt>
                <c:pt idx="6">
                  <c:v>Jun</c:v>
                </c:pt>
                <c:pt idx="7">
                  <c:v>Jul</c:v>
                </c:pt>
                <c:pt idx="8">
                  <c:v>Ago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7</c:v>
                </c:pt>
                <c:pt idx="16">
                  <c:v>8</c:v>
                </c:pt>
                <c:pt idx="17">
                  <c:v>9</c:v>
                </c:pt>
                <c:pt idx="18">
                  <c:v>10</c:v>
                </c:pt>
                <c:pt idx="19">
                  <c:v>11</c:v>
                </c:pt>
                <c:pt idx="20">
                  <c:v>12</c:v>
                </c:pt>
                <c:pt idx="21">
                  <c:v>13</c:v>
                </c:pt>
                <c:pt idx="22">
                  <c:v>14</c:v>
                </c:pt>
                <c:pt idx="23">
                  <c:v>15</c:v>
                </c:pt>
                <c:pt idx="24">
                  <c:v>16</c:v>
                </c:pt>
                <c:pt idx="25">
                  <c:v>17</c:v>
                </c:pt>
                <c:pt idx="26">
                  <c:v>18</c:v>
                </c:pt>
                <c:pt idx="27">
                  <c:v>19</c:v>
                </c:pt>
                <c:pt idx="28">
                  <c:v>20</c:v>
                </c:pt>
                <c:pt idx="29">
                  <c:v>21</c:v>
                </c:pt>
                <c:pt idx="30">
                  <c:v>22</c:v>
                </c:pt>
                <c:pt idx="31">
                  <c:v>23</c:v>
                </c:pt>
                <c:pt idx="32">
                  <c:v>24</c:v>
                </c:pt>
                <c:pt idx="33">
                  <c:v>25</c:v>
                </c:pt>
                <c:pt idx="34">
                  <c:v>26</c:v>
                </c:pt>
                <c:pt idx="35">
                  <c:v>27</c:v>
                </c:pt>
                <c:pt idx="36">
                  <c:v>28</c:v>
                </c:pt>
                <c:pt idx="37">
                  <c:v>29</c:v>
                </c:pt>
                <c:pt idx="38">
                  <c:v>30</c:v>
                </c:pt>
                <c:pt idx="39">
                  <c:v>31</c:v>
                </c:pt>
              </c:strCache>
            </c:strRef>
          </c:cat>
          <c:val>
            <c:numRef>
              <c:f>Sheet1!$C$2:$C$41</c:f>
              <c:numCache>
                <c:formatCode>General</c:formatCode>
                <c:ptCount val="40"/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7</c:v>
                </c:pt>
                <c:pt idx="17">
                  <c:v>13</c:v>
                </c:pt>
                <c:pt idx="18">
                  <c:v>3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2-09FA-458E-8B35-F3EA29BDD6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2026</c:v>
                </c:pt>
                <c:pt idx="1">
                  <c:v>Ene</c:v>
                </c:pt>
                <c:pt idx="2">
                  <c:v>Feb</c:v>
                </c:pt>
                <c:pt idx="3">
                  <c:v>Mar</c:v>
                </c:pt>
                <c:pt idx="4">
                  <c:v>Abr</c:v>
                </c:pt>
                <c:pt idx="5">
                  <c:v>May</c:v>
                </c:pt>
                <c:pt idx="6">
                  <c:v>Jun</c:v>
                </c:pt>
                <c:pt idx="7">
                  <c:v>Jul</c:v>
                </c:pt>
                <c:pt idx="8">
                  <c:v>Ago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7</c:v>
                </c:pt>
                <c:pt idx="16">
                  <c:v>8</c:v>
                </c:pt>
                <c:pt idx="17">
                  <c:v>9</c:v>
                </c:pt>
                <c:pt idx="18">
                  <c:v>10</c:v>
                </c:pt>
                <c:pt idx="19">
                  <c:v>11</c:v>
                </c:pt>
                <c:pt idx="20">
                  <c:v>12</c:v>
                </c:pt>
                <c:pt idx="21">
                  <c:v>13</c:v>
                </c:pt>
                <c:pt idx="22">
                  <c:v>14</c:v>
                </c:pt>
                <c:pt idx="23">
                  <c:v>15</c:v>
                </c:pt>
                <c:pt idx="24">
                  <c:v>16</c:v>
                </c:pt>
                <c:pt idx="25">
                  <c:v>17</c:v>
                </c:pt>
                <c:pt idx="26">
                  <c:v>18</c:v>
                </c:pt>
                <c:pt idx="27">
                  <c:v>19</c:v>
                </c:pt>
                <c:pt idx="28">
                  <c:v>20</c:v>
                </c:pt>
                <c:pt idx="29">
                  <c:v>21</c:v>
                </c:pt>
                <c:pt idx="30">
                  <c:v>22</c:v>
                </c:pt>
                <c:pt idx="31">
                  <c:v>23</c:v>
                </c:pt>
                <c:pt idx="32">
                  <c:v>24</c:v>
                </c:pt>
                <c:pt idx="33">
                  <c:v>25</c:v>
                </c:pt>
                <c:pt idx="34">
                  <c:v>26</c:v>
                </c:pt>
                <c:pt idx="35">
                  <c:v>27</c:v>
                </c:pt>
                <c:pt idx="36">
                  <c:v>28</c:v>
                </c:pt>
                <c:pt idx="37">
                  <c:v>29</c:v>
                </c:pt>
                <c:pt idx="38">
                  <c:v>30</c:v>
                </c:pt>
                <c:pt idx="39">
                  <c:v>31</c:v>
                </c:pt>
              </c:strCache>
            </c:strRef>
          </c:cat>
          <c:val>
            <c:numRef>
              <c:f>Sheet1!$D$2:$D$41</c:f>
              <c:numCache>
                <c:formatCode>General</c:formatCode>
                <c:ptCount val="40"/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3-09FA-458E-8B35-F3EA29BDD60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2026</c:v>
                </c:pt>
                <c:pt idx="1">
                  <c:v>Ene</c:v>
                </c:pt>
                <c:pt idx="2">
                  <c:v>Feb</c:v>
                </c:pt>
                <c:pt idx="3">
                  <c:v>Mar</c:v>
                </c:pt>
                <c:pt idx="4">
                  <c:v>Abr</c:v>
                </c:pt>
                <c:pt idx="5">
                  <c:v>May</c:v>
                </c:pt>
                <c:pt idx="6">
                  <c:v>Jun</c:v>
                </c:pt>
                <c:pt idx="7">
                  <c:v>Jul</c:v>
                </c:pt>
                <c:pt idx="8">
                  <c:v>Ago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7</c:v>
                </c:pt>
                <c:pt idx="16">
                  <c:v>8</c:v>
                </c:pt>
                <c:pt idx="17">
                  <c:v>9</c:v>
                </c:pt>
                <c:pt idx="18">
                  <c:v>10</c:v>
                </c:pt>
                <c:pt idx="19">
                  <c:v>11</c:v>
                </c:pt>
                <c:pt idx="20">
                  <c:v>12</c:v>
                </c:pt>
                <c:pt idx="21">
                  <c:v>13</c:v>
                </c:pt>
                <c:pt idx="22">
                  <c:v>14</c:v>
                </c:pt>
                <c:pt idx="23">
                  <c:v>15</c:v>
                </c:pt>
                <c:pt idx="24">
                  <c:v>16</c:v>
                </c:pt>
                <c:pt idx="25">
                  <c:v>17</c:v>
                </c:pt>
                <c:pt idx="26">
                  <c:v>18</c:v>
                </c:pt>
                <c:pt idx="27">
                  <c:v>19</c:v>
                </c:pt>
                <c:pt idx="28">
                  <c:v>20</c:v>
                </c:pt>
                <c:pt idx="29">
                  <c:v>21</c:v>
                </c:pt>
                <c:pt idx="30">
                  <c:v>22</c:v>
                </c:pt>
                <c:pt idx="31">
                  <c:v>23</c:v>
                </c:pt>
                <c:pt idx="32">
                  <c:v>24</c:v>
                </c:pt>
                <c:pt idx="33">
                  <c:v>25</c:v>
                </c:pt>
                <c:pt idx="34">
                  <c:v>26</c:v>
                </c:pt>
                <c:pt idx="35">
                  <c:v>27</c:v>
                </c:pt>
                <c:pt idx="36">
                  <c:v>28</c:v>
                </c:pt>
                <c:pt idx="37">
                  <c:v>29</c:v>
                </c:pt>
                <c:pt idx="38">
                  <c:v>30</c:v>
                </c:pt>
                <c:pt idx="39">
                  <c:v>31</c:v>
                </c:pt>
              </c:strCache>
            </c:strRef>
          </c:cat>
          <c:val>
            <c:numRef>
              <c:f>Sheet1!$E$2:$E$41</c:f>
              <c:numCache>
                <c:formatCode>General</c:formatCode>
                <c:ptCount val="40"/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4-09FA-458E-8B35-F3EA29BDD6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46176"/>
        <c:axId val="105347712"/>
      </c:lineChart>
      <c:catAx>
        <c:axId val="1053461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105347712"/>
        <c:crosses val="autoZero"/>
        <c:auto val="1"/>
        <c:lblAlgn val="ctr"/>
        <c:lblOffset val="100"/>
        <c:noMultiLvlLbl val="0"/>
      </c:catAx>
      <c:valAx>
        <c:axId val="10534771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105346176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Hoja1!$B$2:$B$19</c:f>
              <c:numCache>
                <c:formatCode>General</c:formatCode>
                <c:ptCount val="18"/>
                <c:pt idx="0">
                  <c:v>25.8369912</c:v>
                </c:pt>
                <c:pt idx="1">
                  <c:v>39.981336599999999</c:v>
                </c:pt>
                <c:pt idx="2">
                  <c:v>31.1587724</c:v>
                </c:pt>
                <c:pt idx="3">
                  <c:v>25.324119</c:v>
                </c:pt>
                <c:pt idx="4">
                  <c:v>23.4259229</c:v>
                </c:pt>
                <c:pt idx="5">
                  <c:v>26.7509351</c:v>
                </c:pt>
                <c:pt idx="6">
                  <c:v>24.063634199999999</c:v>
                </c:pt>
                <c:pt idx="7">
                  <c:v>23.205887600000001</c:v>
                </c:pt>
                <c:pt idx="8">
                  <c:v>28.467876199999999</c:v>
                </c:pt>
                <c:pt idx="9">
                  <c:v>29.747101199999999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Hoja1!$C$2:$C$19</c:f>
              <c:numCache>
                <c:formatCode>General</c:formatCode>
                <c:ptCount val="18"/>
                <c:pt idx="0">
                  <c:v>20.846084000000001</c:v>
                </c:pt>
                <c:pt idx="1">
                  <c:v>14.1121459</c:v>
                </c:pt>
                <c:pt idx="2">
                  <c:v>26.908480900000001</c:v>
                </c:pt>
                <c:pt idx="3">
                  <c:v>21.047413500000001</c:v>
                </c:pt>
                <c:pt idx="4">
                  <c:v>20.3931565</c:v>
                </c:pt>
                <c:pt idx="5">
                  <c:v>23.532922200000002</c:v>
                </c:pt>
                <c:pt idx="6">
                  <c:v>19.5130394</c:v>
                </c:pt>
                <c:pt idx="7">
                  <c:v>27.0957252</c:v>
                </c:pt>
                <c:pt idx="8">
                  <c:v>26.455445699999999</c:v>
                </c:pt>
                <c:pt idx="9">
                  <c:v>27.7883523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2"/>
          <c:order val="2"/>
          <c:tx>
            <c:strRef>
              <c:f>Hoja1!$D$1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Hoja1!$D$2:$D$19</c:f>
              <c:numCache>
                <c:formatCode>General</c:formatCode>
                <c:ptCount val="18"/>
                <c:pt idx="0">
                  <c:v>46.683075200000005</c:v>
                </c:pt>
                <c:pt idx="1">
                  <c:v>54.0934825</c:v>
                </c:pt>
                <c:pt idx="2">
                  <c:v>58.067253300000004</c:v>
                </c:pt>
                <c:pt idx="3">
                  <c:v>46.371532500000001</c:v>
                </c:pt>
                <c:pt idx="4">
                  <c:v>43.8190794</c:v>
                </c:pt>
                <c:pt idx="5">
                  <c:v>50.283857300000001</c:v>
                </c:pt>
                <c:pt idx="6">
                  <c:v>43.576673599999999</c:v>
                </c:pt>
                <c:pt idx="7">
                  <c:v>50.301612800000001</c:v>
                </c:pt>
                <c:pt idx="8">
                  <c:v>54.923321899999998</c:v>
                </c:pt>
                <c:pt idx="9">
                  <c:v>57.535453500000003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Columna12</c:v>
                </c:pt>
              </c:strCache>
            </c:strRef>
          </c:tx>
          <c:spPr>
            <a:ln w="28575" cap="rnd">
              <a:solidFill>
                <a:srgbClr val="245C4F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-2.0320374015748183E-2"/>
                  <c:y val="1.93479882468081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BF-4EC4-8C19-604958AA2EAC}"/>
                </c:ext>
              </c:extLst>
            </c:dLbl>
            <c:dLbl>
              <c:idx val="11"/>
              <c:layout>
                <c:manualLayout>
                  <c:x val="-1.8237040682414697E-2"/>
                  <c:y val="-1.72505023702565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BBF-4EC4-8C19-604958AA2EAC}"/>
                </c:ext>
              </c:extLst>
            </c:dLbl>
            <c:dLbl>
              <c:idx val="12"/>
              <c:layout>
                <c:manualLayout>
                  <c:x val="-1.8237040682414697E-2"/>
                  <c:y val="1.65327197378031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BF-4EC4-8C19-604958AA2EAC}"/>
                </c:ext>
              </c:extLst>
            </c:dLbl>
            <c:dLbl>
              <c:idx val="13"/>
              <c:layout>
                <c:manualLayout>
                  <c:x val="-1.8237040682414697E-2"/>
                  <c:y val="-1.72505023702566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BBF-4EC4-8C19-604958AA2EAC}"/>
                </c:ext>
              </c:extLst>
            </c:dLbl>
            <c:dLbl>
              <c:idx val="14"/>
              <c:layout>
                <c:manualLayout>
                  <c:x val="-1.6153707349081364E-2"/>
                  <c:y val="-1.72505023702565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F0-4B0D-9173-60D55147078E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Hoja1!$E$2:$E$19</c:f>
              <c:numCache>
                <c:formatCode>General</c:formatCode>
                <c:ptCount val="18"/>
                <c:pt idx="10">
                  <c:v>28.394625000000001</c:v>
                </c:pt>
                <c:pt idx="11">
                  <c:v>30.644175300000001</c:v>
                </c:pt>
                <c:pt idx="12">
                  <c:v>24.315717599999999</c:v>
                </c:pt>
                <c:pt idx="13">
                  <c:v>25.526455500000001</c:v>
                </c:pt>
                <c:pt idx="14">
                  <c:v>36.216309600000002</c:v>
                </c:pt>
                <c:pt idx="15">
                  <c:v>71.754512500000004</c:v>
                </c:pt>
                <c:pt idx="16">
                  <c:v>32.424600499999997</c:v>
                </c:pt>
                <c:pt idx="17">
                  <c:v>36.879679500000002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BBF-4EC4-8C19-604958AA2EAC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Columna2</c:v>
                </c:pt>
              </c:strCache>
            </c:strRef>
          </c:tx>
          <c:spPr>
            <a:ln w="28575" cap="rnd">
              <a:solidFill>
                <a:srgbClr val="691932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-1.9278707349081364E-2"/>
                  <c:y val="2.2163256755813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F53-468A-9A11-38AD9805325F}"/>
                </c:ext>
              </c:extLst>
            </c:dLbl>
            <c:dLbl>
              <c:idx val="13"/>
              <c:layout>
                <c:manualLayout>
                  <c:x val="-1.8237040682414697E-2"/>
                  <c:y val="-2.00657708792615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53-468A-9A11-38AD9805325F}"/>
                </c:ext>
              </c:extLst>
            </c:dLbl>
            <c:dLbl>
              <c:idx val="14"/>
              <c:layout>
                <c:manualLayout>
                  <c:x val="-1.5112040682414698E-2"/>
                  <c:y val="-1.72505023702565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F0-4B0D-9173-60D55147078E}"/>
                </c:ext>
              </c:extLst>
            </c:dLbl>
            <c:dLbl>
              <c:idx val="16"/>
              <c:layout>
                <c:manualLayout>
                  <c:x val="-1.823704068241485E-2"/>
                  <c:y val="-2.28810393882665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AAE-47A4-95A5-52A8EFC3002C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Hoja1!$F$2:$F$19</c:f>
              <c:numCache>
                <c:formatCode>General</c:formatCode>
                <c:ptCount val="18"/>
                <c:pt idx="10">
                  <c:v>31.084711200000001</c:v>
                </c:pt>
                <c:pt idx="11">
                  <c:v>29.258310900000001</c:v>
                </c:pt>
                <c:pt idx="12">
                  <c:v>30.530605099999999</c:v>
                </c:pt>
                <c:pt idx="13">
                  <c:v>29.296923400000001</c:v>
                </c:pt>
                <c:pt idx="14">
                  <c:v>31.722034499999999</c:v>
                </c:pt>
                <c:pt idx="15">
                  <c:v>25.0295895</c:v>
                </c:pt>
                <c:pt idx="16">
                  <c:v>21.386479399999999</c:v>
                </c:pt>
                <c:pt idx="17">
                  <c:v>29.213255199999999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53-468A-9A11-38AD9805325F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solidFill>
                <a:srgbClr val="1E5B4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E5B4F"/>
              </a:solidFill>
              <a:ln w="9525">
                <a:solidFill>
                  <a:srgbClr val="1E5B4F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1.9371448100534937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FDE-4809-B62A-EADCF9C8F86F}"/>
                </c:ext>
              </c:extLst>
            </c:dLbl>
            <c:dLbl>
              <c:idx val="11"/>
              <c:layout>
                <c:manualLayout>
                  <c:x val="-1.3673963365083594E-2"/>
                  <c:y val="-3.2080148473448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DE-4809-B62A-EADCF9C8F86F}"/>
                </c:ext>
              </c:extLst>
            </c:dLbl>
            <c:dLbl>
              <c:idx val="12"/>
              <c:layout>
                <c:manualLayout>
                  <c:x val="-1.7092454206354284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DE-4809-B62A-EADCF9C8F86F}"/>
                </c:ext>
              </c:extLst>
            </c:dLbl>
            <c:dLbl>
              <c:idx val="13"/>
              <c:layout>
                <c:manualLayout>
                  <c:x val="-1.2534466417993141E-2"/>
                  <c:y val="-3.20801484734488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DE-4809-B62A-EADCF9C8F86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Hoja1!$G$2:$G$19</c:f>
              <c:numCache>
                <c:formatCode>General</c:formatCode>
                <c:ptCount val="18"/>
                <c:pt idx="10">
                  <c:v>59.479336200000006</c:v>
                </c:pt>
                <c:pt idx="11">
                  <c:v>59.902486199999998</c:v>
                </c:pt>
                <c:pt idx="12">
                  <c:v>54.846322700000002</c:v>
                </c:pt>
                <c:pt idx="13">
                  <c:v>54.823378900000002</c:v>
                </c:pt>
                <c:pt idx="14">
                  <c:v>67.938344099999995</c:v>
                </c:pt>
                <c:pt idx="15">
                  <c:v>96.784102000000004</c:v>
                </c:pt>
                <c:pt idx="16">
                  <c:v>53.811079899999996</c:v>
                </c:pt>
                <c:pt idx="17">
                  <c:v>66.092934700000001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53-468A-9A11-38AD980532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429215879265097E-2"/>
          <c:y val="1.6867435188465934E-2"/>
          <c:w val="0.96772703412073491"/>
          <c:h val="0.895071141568873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52F6-480A-8D42-FE8A56A345BA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52F6-480A-8D42-FE8A56A345BA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AD3C-4B1E-A050-F0DF9157D544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52F6-480A-8D42-FE8A56A345BA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52F6-480A-8D42-FE8A56A345BA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52F6-480A-8D42-FE8A56A345BA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52F6-480A-8D42-FE8A56A345BA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52F6-480A-8D42-FE8A56A345BA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52F6-480A-8D42-FE8A56A345BA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52F6-480A-8D42-FE8A56A345BA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52F6-480A-8D42-FE8A56A345BA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52F6-480A-8D42-FE8A56A345BA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52F6-480A-8D42-FE8A56A345BA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52F6-480A-8D42-FE8A56A345BA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52F6-480A-8D42-FE8A56A345BA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AD3C-4B1E-A050-F0DF9157D544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52F6-480A-8D42-FE8A56A345BA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481A-41F9-BF20-745F3C9B164B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F6-480A-8D42-FE8A56A345BA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F6-480A-8D42-FE8A56A345BA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AD3C-4B1E-A050-F0DF9157D544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F6-480A-8D42-FE8A56A345BA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2F6-480A-8D42-FE8A56A345BA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2F6-480A-8D42-FE8A56A345BA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2F6-480A-8D42-FE8A56A345BA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2F6-480A-8D42-FE8A56A345BA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2F6-480A-8D42-FE8A56A345BA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2F6-480A-8D42-FE8A56A345BA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52F6-480A-8D42-FE8A56A345BA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52F6-480A-8D42-FE8A56A345BA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2F6-480A-8D42-FE8A56A345BA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2F6-480A-8D42-FE8A56A345BA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52F6-480A-8D42-FE8A56A345BA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AD3C-4B1E-A050-F0DF9157D544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2F6-480A-8D42-FE8A56A345BA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481A-41F9-BF20-745F3C9B16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157</c:v>
                </c:pt>
                <c:pt idx="1">
                  <c:v>143</c:v>
                </c:pt>
                <c:pt idx="2">
                  <c:v>93</c:v>
                </c:pt>
                <c:pt idx="3">
                  <c:v>97</c:v>
                </c:pt>
                <c:pt idx="4">
                  <c:v>104</c:v>
                </c:pt>
                <c:pt idx="5">
                  <c:v>130</c:v>
                </c:pt>
                <c:pt idx="6">
                  <c:v>113</c:v>
                </c:pt>
                <c:pt idx="7">
                  <c:v>128</c:v>
                </c:pt>
                <c:pt idx="8">
                  <c:v>118</c:v>
                </c:pt>
                <c:pt idx="9">
                  <c:v>116</c:v>
                </c:pt>
                <c:pt idx="10">
                  <c:v>116</c:v>
                </c:pt>
                <c:pt idx="11">
                  <c:v>136</c:v>
                </c:pt>
                <c:pt idx="12">
                  <c:v>123</c:v>
                </c:pt>
                <c:pt idx="13">
                  <c:v>56</c:v>
                </c:pt>
                <c:pt idx="14">
                  <c:v>94</c:v>
                </c:pt>
                <c:pt idx="15">
                  <c:v>128</c:v>
                </c:pt>
                <c:pt idx="16">
                  <c:v>141</c:v>
                </c:pt>
                <c:pt idx="17">
                  <c:v>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AD3C-4B1E-A050-F0DF9157D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B6A-472A-8EF1-0BC79F983A3C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B6A-472A-8EF1-0BC79F983A3C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7B6A-472A-8EF1-0BC79F983A3C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B6A-472A-8EF1-0BC79F983A3C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7B6A-472A-8EF1-0BC79F983A3C}"/>
                </c:ext>
              </c:extLst>
            </c:dLbl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23CC-47AA-91A0-166ED03D8A56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B6A-472A-8EF1-0BC79F983A3C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7B6A-472A-8EF1-0BC79F983A3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151</c:v>
                </c:pt>
                <c:pt idx="19">
                  <c:v>146</c:v>
                </c:pt>
                <c:pt idx="20">
                  <c:v>123</c:v>
                </c:pt>
                <c:pt idx="21">
                  <c:v>141</c:v>
                </c:pt>
                <c:pt idx="22">
                  <c:v>150</c:v>
                </c:pt>
                <c:pt idx="23">
                  <c:v>155</c:v>
                </c:pt>
                <c:pt idx="24">
                  <c:v>153</c:v>
                </c:pt>
                <c:pt idx="25">
                  <c:v>147</c:v>
                </c:pt>
                <c:pt idx="26">
                  <c:v>149</c:v>
                </c:pt>
                <c:pt idx="27">
                  <c:v>148</c:v>
                </c:pt>
                <c:pt idx="28">
                  <c:v>151</c:v>
                </c:pt>
                <c:pt idx="29">
                  <c:v>157</c:v>
                </c:pt>
                <c:pt idx="30">
                  <c:v>158</c:v>
                </c:pt>
                <c:pt idx="31">
                  <c:v>160</c:v>
                </c:pt>
                <c:pt idx="32">
                  <c:v>156</c:v>
                </c:pt>
                <c:pt idx="33">
                  <c:v>155</c:v>
                </c:pt>
                <c:pt idx="34">
                  <c:v>154</c:v>
                </c:pt>
                <c:pt idx="35">
                  <c:v>159</c:v>
                </c:pt>
                <c:pt idx="36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F-AD3C-4B1E-A050-F0DF9157D5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150</c:v>
                </c:pt>
                <c:pt idx="19">
                  <c:v>150</c:v>
                </c:pt>
                <c:pt idx="20">
                  <c:v>150</c:v>
                </c:pt>
                <c:pt idx="21">
                  <c:v>150</c:v>
                </c:pt>
                <c:pt idx="22">
                  <c:v>150</c:v>
                </c:pt>
                <c:pt idx="23">
                  <c:v>150</c:v>
                </c:pt>
                <c:pt idx="24">
                  <c:v>150</c:v>
                </c:pt>
                <c:pt idx="25">
                  <c:v>150</c:v>
                </c:pt>
                <c:pt idx="26">
                  <c:v>150</c:v>
                </c:pt>
                <c:pt idx="27">
                  <c:v>150</c:v>
                </c:pt>
                <c:pt idx="28">
                  <c:v>150</c:v>
                </c:pt>
                <c:pt idx="29">
                  <c:v>150</c:v>
                </c:pt>
                <c:pt idx="30">
                  <c:v>150</c:v>
                </c:pt>
                <c:pt idx="31">
                  <c:v>150</c:v>
                </c:pt>
                <c:pt idx="32">
                  <c:v>150</c:v>
                </c:pt>
                <c:pt idx="33">
                  <c:v>150</c:v>
                </c:pt>
                <c:pt idx="34">
                  <c:v>150</c:v>
                </c:pt>
                <c:pt idx="35">
                  <c:v>150</c:v>
                </c:pt>
                <c:pt idx="36">
                  <c:v>150</c:v>
                </c:pt>
                <c:pt idx="37">
                  <c:v>150</c:v>
                </c:pt>
                <c:pt idx="38">
                  <c:v>150</c:v>
                </c:pt>
                <c:pt idx="39">
                  <c:v>150</c:v>
                </c:pt>
                <c:pt idx="40">
                  <c:v>150</c:v>
                </c:pt>
                <c:pt idx="41">
                  <c:v>150</c:v>
                </c:pt>
                <c:pt idx="42">
                  <c:v>150</c:v>
                </c:pt>
                <c:pt idx="43">
                  <c:v>150</c:v>
                </c:pt>
                <c:pt idx="44">
                  <c:v>150</c:v>
                </c:pt>
                <c:pt idx="45">
                  <c:v>150</c:v>
                </c:pt>
                <c:pt idx="46">
                  <c:v>150</c:v>
                </c:pt>
                <c:pt idx="47">
                  <c:v>150</c:v>
                </c:pt>
                <c:pt idx="48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0-AD3C-4B1E-A050-F0DF9157D54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150</c:v>
                </c:pt>
                <c:pt idx="19">
                  <c:v>150</c:v>
                </c:pt>
                <c:pt idx="20">
                  <c:v>150</c:v>
                </c:pt>
                <c:pt idx="21">
                  <c:v>150</c:v>
                </c:pt>
                <c:pt idx="22">
                  <c:v>150</c:v>
                </c:pt>
                <c:pt idx="23">
                  <c:v>150</c:v>
                </c:pt>
                <c:pt idx="24">
                  <c:v>150</c:v>
                </c:pt>
                <c:pt idx="25">
                  <c:v>150</c:v>
                </c:pt>
                <c:pt idx="26">
                  <c:v>150</c:v>
                </c:pt>
                <c:pt idx="27">
                  <c:v>150</c:v>
                </c:pt>
                <c:pt idx="28">
                  <c:v>150</c:v>
                </c:pt>
                <c:pt idx="29">
                  <c:v>150</c:v>
                </c:pt>
                <c:pt idx="30">
                  <c:v>150</c:v>
                </c:pt>
                <c:pt idx="31">
                  <c:v>150</c:v>
                </c:pt>
                <c:pt idx="32">
                  <c:v>150</c:v>
                </c:pt>
                <c:pt idx="33">
                  <c:v>150</c:v>
                </c:pt>
                <c:pt idx="34">
                  <c:v>150</c:v>
                </c:pt>
                <c:pt idx="35">
                  <c:v>150</c:v>
                </c:pt>
                <c:pt idx="36">
                  <c:v>150</c:v>
                </c:pt>
                <c:pt idx="37">
                  <c:v>150</c:v>
                </c:pt>
                <c:pt idx="38">
                  <c:v>150</c:v>
                </c:pt>
                <c:pt idx="39">
                  <c:v>150</c:v>
                </c:pt>
                <c:pt idx="40">
                  <c:v>150</c:v>
                </c:pt>
                <c:pt idx="41">
                  <c:v>150</c:v>
                </c:pt>
                <c:pt idx="42">
                  <c:v>150</c:v>
                </c:pt>
                <c:pt idx="43">
                  <c:v>150</c:v>
                </c:pt>
                <c:pt idx="44">
                  <c:v>150</c:v>
                </c:pt>
                <c:pt idx="45">
                  <c:v>150</c:v>
                </c:pt>
                <c:pt idx="46">
                  <c:v>150</c:v>
                </c:pt>
                <c:pt idx="47">
                  <c:v>150</c:v>
                </c:pt>
                <c:pt idx="48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1-AD3C-4B1E-A050-F0DF9157D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solidFill>
      <a:sysClr val="window" lastClr="FFFFFF"/>
    </a:solidFill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3495160761154852E-2"/>
          <c:y val="5.6250869065854123E-3"/>
          <c:w val="0.97296538713910763"/>
          <c:h val="0.885121921043382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0607-4146-BC4E-706D332B614D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0607-4146-BC4E-706D332B614D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0607-4146-BC4E-706D332B614D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8318-4FD8-982D-4FC59CCA91FF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8318-4FD8-982D-4FC59CCA91FF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8318-4FD8-982D-4FC59CCA91FF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8318-4FD8-982D-4FC59CCA91FF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8318-4FD8-982D-4FC59CCA91FF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8318-4FD8-982D-4FC59CCA91FF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8318-4FD8-982D-4FC59CCA91FF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8318-4FD8-982D-4FC59CCA91FF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8318-4FD8-982D-4FC59CCA91FF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8318-4FD8-982D-4FC59CCA91FF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8318-4FD8-982D-4FC59CCA91FF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8318-4FD8-982D-4FC59CCA91FF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0607-4146-BC4E-706D332B614D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8318-4FD8-982D-4FC59CCA91FF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3119-4A45-B38A-633B09A8A866}"/>
              </c:ext>
            </c:extLst>
          </c:dPt>
          <c:dLbls>
            <c:dLbl>
              <c:idx val="0"/>
              <c:layout>
                <c:manualLayout>
                  <c:x val="3.0779185999590562E-3"/>
                  <c:y val="2.042065476873205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607-4146-BC4E-706D332B614D}"/>
                </c:ext>
              </c:extLst>
            </c:dLbl>
            <c:dLbl>
              <c:idx val="1"/>
              <c:layout>
                <c:manualLayout>
                  <c:x val="1.4106963951627579E-17"/>
                  <c:y val="2.0420654768732064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07-4146-BC4E-706D332B614D}"/>
                </c:ext>
              </c:extLst>
            </c:dLbl>
            <c:dLbl>
              <c:idx val="2"/>
              <c:layout>
                <c:manualLayout>
                  <c:x val="-3.9424759405075956E-4"/>
                  <c:y val="3.9206989247311828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607-4146-BC4E-706D332B614D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318-4FD8-982D-4FC59CCA91F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8318-4FD8-982D-4FC59CCA91F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8318-4FD8-982D-4FC59CCA91F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8318-4FD8-982D-4FC59CCA91F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8318-4FD8-982D-4FC59CCA91F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8318-4FD8-982D-4FC59CCA91F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8318-4FD8-982D-4FC59CCA91F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8318-4FD8-982D-4FC59CCA91FF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8318-4FD8-982D-4FC59CCA91FF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8318-4FD8-982D-4FC59CCA91FF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8318-4FD8-982D-4FC59CCA91FF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8318-4FD8-982D-4FC59CCA91FF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0607-4146-BC4E-706D332B614D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8318-4FD8-982D-4FC59CCA91FF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3119-4A45-B38A-633B09A8A86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49</c:v>
                </c:pt>
                <c:pt idx="1">
                  <c:v>42</c:v>
                </c:pt>
                <c:pt idx="2">
                  <c:v>28</c:v>
                </c:pt>
                <c:pt idx="3">
                  <c:v>30</c:v>
                </c:pt>
                <c:pt idx="4">
                  <c:v>29</c:v>
                </c:pt>
                <c:pt idx="5">
                  <c:v>43</c:v>
                </c:pt>
                <c:pt idx="6">
                  <c:v>35</c:v>
                </c:pt>
                <c:pt idx="7">
                  <c:v>39</c:v>
                </c:pt>
                <c:pt idx="8">
                  <c:v>39</c:v>
                </c:pt>
                <c:pt idx="9">
                  <c:v>38</c:v>
                </c:pt>
                <c:pt idx="10">
                  <c:v>43</c:v>
                </c:pt>
                <c:pt idx="11">
                  <c:v>44</c:v>
                </c:pt>
                <c:pt idx="12">
                  <c:v>39</c:v>
                </c:pt>
                <c:pt idx="13">
                  <c:v>16</c:v>
                </c:pt>
                <c:pt idx="14">
                  <c:v>29</c:v>
                </c:pt>
                <c:pt idx="15">
                  <c:v>41</c:v>
                </c:pt>
                <c:pt idx="16">
                  <c:v>47</c:v>
                </c:pt>
                <c:pt idx="17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0607-4146-BC4E-706D332B6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0607-4146-BC4E-706D332B614D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7977-4B3B-BC56-342C8267FB7A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D0CD-42E2-A3E0-443148EE5FF2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97F1-4EBC-9D78-5CF143E95019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2-D8AA-4D0D-81D0-7E512EBA1C2E}"/>
              </c:ext>
            </c:extLst>
          </c:dPt>
          <c:dLbls>
            <c:dLbl>
              <c:idx val="3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D8AA-4D0D-81D0-7E512EBA1C2E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59</c:v>
                </c:pt>
                <c:pt idx="19">
                  <c:v>53</c:v>
                </c:pt>
                <c:pt idx="20">
                  <c:v>55</c:v>
                </c:pt>
                <c:pt idx="21">
                  <c:v>55</c:v>
                </c:pt>
                <c:pt idx="22">
                  <c:v>57</c:v>
                </c:pt>
                <c:pt idx="23">
                  <c:v>59</c:v>
                </c:pt>
                <c:pt idx="24">
                  <c:v>56</c:v>
                </c:pt>
                <c:pt idx="25">
                  <c:v>61</c:v>
                </c:pt>
                <c:pt idx="26">
                  <c:v>60</c:v>
                </c:pt>
                <c:pt idx="27">
                  <c:v>58</c:v>
                </c:pt>
                <c:pt idx="28">
                  <c:v>57</c:v>
                </c:pt>
                <c:pt idx="29">
                  <c:v>56</c:v>
                </c:pt>
                <c:pt idx="30">
                  <c:v>62</c:v>
                </c:pt>
                <c:pt idx="31">
                  <c:v>59</c:v>
                </c:pt>
                <c:pt idx="32">
                  <c:v>58</c:v>
                </c:pt>
                <c:pt idx="33">
                  <c:v>56</c:v>
                </c:pt>
                <c:pt idx="34">
                  <c:v>60</c:v>
                </c:pt>
                <c:pt idx="35">
                  <c:v>59</c:v>
                </c:pt>
                <c:pt idx="36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0607-4146-BC4E-706D332B614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59</c:v>
                </c:pt>
                <c:pt idx="19">
                  <c:v>59</c:v>
                </c:pt>
                <c:pt idx="20">
                  <c:v>59</c:v>
                </c:pt>
                <c:pt idx="21">
                  <c:v>59</c:v>
                </c:pt>
                <c:pt idx="22">
                  <c:v>59</c:v>
                </c:pt>
                <c:pt idx="23">
                  <c:v>59</c:v>
                </c:pt>
                <c:pt idx="24">
                  <c:v>59</c:v>
                </c:pt>
                <c:pt idx="25">
                  <c:v>59</c:v>
                </c:pt>
                <c:pt idx="26">
                  <c:v>59</c:v>
                </c:pt>
                <c:pt idx="27">
                  <c:v>59</c:v>
                </c:pt>
                <c:pt idx="28">
                  <c:v>59</c:v>
                </c:pt>
                <c:pt idx="29">
                  <c:v>59</c:v>
                </c:pt>
                <c:pt idx="30">
                  <c:v>59</c:v>
                </c:pt>
                <c:pt idx="31">
                  <c:v>59</c:v>
                </c:pt>
                <c:pt idx="32">
                  <c:v>59</c:v>
                </c:pt>
                <c:pt idx="33">
                  <c:v>59</c:v>
                </c:pt>
                <c:pt idx="34">
                  <c:v>59</c:v>
                </c:pt>
                <c:pt idx="35">
                  <c:v>59</c:v>
                </c:pt>
                <c:pt idx="36">
                  <c:v>59</c:v>
                </c:pt>
                <c:pt idx="37">
                  <c:v>59</c:v>
                </c:pt>
                <c:pt idx="38">
                  <c:v>59</c:v>
                </c:pt>
                <c:pt idx="39">
                  <c:v>59</c:v>
                </c:pt>
                <c:pt idx="40">
                  <c:v>59</c:v>
                </c:pt>
                <c:pt idx="41">
                  <c:v>59</c:v>
                </c:pt>
                <c:pt idx="42">
                  <c:v>59</c:v>
                </c:pt>
                <c:pt idx="43">
                  <c:v>59</c:v>
                </c:pt>
                <c:pt idx="44">
                  <c:v>59</c:v>
                </c:pt>
                <c:pt idx="45">
                  <c:v>59</c:v>
                </c:pt>
                <c:pt idx="46">
                  <c:v>59</c:v>
                </c:pt>
                <c:pt idx="47">
                  <c:v>59</c:v>
                </c:pt>
                <c:pt idx="48">
                  <c:v>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0607-4146-BC4E-706D332B614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59</c:v>
                </c:pt>
                <c:pt idx="19">
                  <c:v>59</c:v>
                </c:pt>
                <c:pt idx="20">
                  <c:v>59</c:v>
                </c:pt>
                <c:pt idx="21">
                  <c:v>59</c:v>
                </c:pt>
                <c:pt idx="22">
                  <c:v>59</c:v>
                </c:pt>
                <c:pt idx="23">
                  <c:v>59</c:v>
                </c:pt>
                <c:pt idx="24">
                  <c:v>59</c:v>
                </c:pt>
                <c:pt idx="25">
                  <c:v>59</c:v>
                </c:pt>
                <c:pt idx="26">
                  <c:v>59</c:v>
                </c:pt>
                <c:pt idx="27">
                  <c:v>59</c:v>
                </c:pt>
                <c:pt idx="28">
                  <c:v>59</c:v>
                </c:pt>
                <c:pt idx="29">
                  <c:v>59</c:v>
                </c:pt>
                <c:pt idx="30">
                  <c:v>59</c:v>
                </c:pt>
                <c:pt idx="31">
                  <c:v>59</c:v>
                </c:pt>
                <c:pt idx="32">
                  <c:v>59</c:v>
                </c:pt>
                <c:pt idx="33">
                  <c:v>59</c:v>
                </c:pt>
                <c:pt idx="34">
                  <c:v>59</c:v>
                </c:pt>
                <c:pt idx="35">
                  <c:v>59</c:v>
                </c:pt>
                <c:pt idx="36">
                  <c:v>59</c:v>
                </c:pt>
                <c:pt idx="37">
                  <c:v>59</c:v>
                </c:pt>
                <c:pt idx="38">
                  <c:v>59</c:v>
                </c:pt>
                <c:pt idx="39">
                  <c:v>59</c:v>
                </c:pt>
                <c:pt idx="40">
                  <c:v>59</c:v>
                </c:pt>
                <c:pt idx="41">
                  <c:v>59</c:v>
                </c:pt>
                <c:pt idx="42">
                  <c:v>59</c:v>
                </c:pt>
                <c:pt idx="43">
                  <c:v>59</c:v>
                </c:pt>
                <c:pt idx="44">
                  <c:v>59</c:v>
                </c:pt>
                <c:pt idx="45">
                  <c:v>59</c:v>
                </c:pt>
                <c:pt idx="46">
                  <c:v>59</c:v>
                </c:pt>
                <c:pt idx="47">
                  <c:v>59</c:v>
                </c:pt>
                <c:pt idx="48">
                  <c:v>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0607-4146-BC4E-706D332B6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solidFill>
      <a:sysClr val="window" lastClr="FFFFFF"/>
    </a:solidFill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2407152230971127E-2"/>
          <c:y val="6.6746717899455648E-3"/>
          <c:w val="0.97303412073490814"/>
          <c:h val="0.90196020518931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6166-4F79-BFAB-902CF326BA72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6166-4F79-BFAB-902CF326BA72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0026-4F98-AC1F-E09EF4C0B7D9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6166-4F79-BFAB-902CF326BA72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6166-4F79-BFAB-902CF326BA72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6166-4F79-BFAB-902CF326BA72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6166-4F79-BFAB-902CF326BA72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6166-4F79-BFAB-902CF326BA72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6166-4F79-BFAB-902CF326BA72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6166-4F79-BFAB-902CF326BA72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6166-4F79-BFAB-902CF326BA72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6166-4F79-BFAB-902CF326BA72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6166-4F79-BFAB-902CF326BA72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6166-4F79-BFAB-902CF326BA72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6166-4F79-BFAB-902CF326BA72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0026-4F98-AC1F-E09EF4C0B7D9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6166-4F79-BFAB-902CF326BA72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C47D-49EA-BE8E-6E70CA43BFBA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66-4F79-BFAB-902CF326BA7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66-4F79-BFAB-902CF326BA7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026-4F98-AC1F-E09EF4C0B7D9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166-4F79-BFAB-902CF326BA7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166-4F79-BFAB-902CF326BA7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166-4F79-BFAB-902CF326BA7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166-4F79-BFAB-902CF326BA7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166-4F79-BFAB-902CF326BA7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166-4F79-BFAB-902CF326BA7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166-4F79-BFAB-902CF326BA7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166-4F79-BFAB-902CF326BA7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166-4F79-BFAB-902CF326BA7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166-4F79-BFAB-902CF326BA7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166-4F79-BFAB-902CF326BA7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166-4F79-BFAB-902CF326BA72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0026-4F98-AC1F-E09EF4C0B7D9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166-4F79-BFAB-902CF326BA7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C47D-49EA-BE8E-6E70CA43BFB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29</c:v>
                </c:pt>
                <c:pt idx="1">
                  <c:v>29</c:v>
                </c:pt>
                <c:pt idx="2">
                  <c:v>18</c:v>
                </c:pt>
                <c:pt idx="3">
                  <c:v>18</c:v>
                </c:pt>
                <c:pt idx="4">
                  <c:v>17</c:v>
                </c:pt>
                <c:pt idx="5">
                  <c:v>21</c:v>
                </c:pt>
                <c:pt idx="6">
                  <c:v>20</c:v>
                </c:pt>
                <c:pt idx="7">
                  <c:v>24</c:v>
                </c:pt>
                <c:pt idx="8">
                  <c:v>22</c:v>
                </c:pt>
                <c:pt idx="9">
                  <c:v>23</c:v>
                </c:pt>
                <c:pt idx="10">
                  <c:v>23</c:v>
                </c:pt>
                <c:pt idx="11">
                  <c:v>25</c:v>
                </c:pt>
                <c:pt idx="12">
                  <c:v>26</c:v>
                </c:pt>
                <c:pt idx="13">
                  <c:v>11</c:v>
                </c:pt>
                <c:pt idx="14">
                  <c:v>25</c:v>
                </c:pt>
                <c:pt idx="15">
                  <c:v>25</c:v>
                </c:pt>
                <c:pt idx="16">
                  <c:v>20</c:v>
                </c:pt>
                <c:pt idx="17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0026-4F98-AC1F-E09EF4C0B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0026-4F98-AC1F-E09EF4C0B7D9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EA65-4CAA-AF17-18098E278F08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2E01-4A3E-BFBF-FD7EF612BDB8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F32D-484D-B79A-28CDD5C72ABD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2-18ED-46E4-B42F-B50BED4D6913}"/>
              </c:ext>
            </c:extLst>
          </c:dPt>
          <c:dLbls>
            <c:dLbl>
              <c:idx val="3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18ED-46E4-B42F-B50BED4D691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21</c:v>
                </c:pt>
                <c:pt idx="19">
                  <c:v>24</c:v>
                </c:pt>
                <c:pt idx="20">
                  <c:v>24</c:v>
                </c:pt>
                <c:pt idx="21">
                  <c:v>33</c:v>
                </c:pt>
                <c:pt idx="22">
                  <c:v>37</c:v>
                </c:pt>
                <c:pt idx="23">
                  <c:v>39</c:v>
                </c:pt>
                <c:pt idx="24">
                  <c:v>39</c:v>
                </c:pt>
                <c:pt idx="25">
                  <c:v>44</c:v>
                </c:pt>
                <c:pt idx="26">
                  <c:v>39</c:v>
                </c:pt>
                <c:pt idx="27">
                  <c:v>39</c:v>
                </c:pt>
                <c:pt idx="28">
                  <c:v>33</c:v>
                </c:pt>
                <c:pt idx="29">
                  <c:v>38</c:v>
                </c:pt>
                <c:pt idx="30">
                  <c:v>38</c:v>
                </c:pt>
                <c:pt idx="31">
                  <c:v>39</c:v>
                </c:pt>
                <c:pt idx="32">
                  <c:v>39</c:v>
                </c:pt>
                <c:pt idx="33">
                  <c:v>39</c:v>
                </c:pt>
                <c:pt idx="34">
                  <c:v>35</c:v>
                </c:pt>
                <c:pt idx="35">
                  <c:v>39</c:v>
                </c:pt>
                <c:pt idx="36">
                  <c:v>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0026-4F98-AC1F-E09EF4C0B7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20</c:v>
                </c:pt>
                <c:pt idx="19">
                  <c:v>20</c:v>
                </c:pt>
                <c:pt idx="20">
                  <c:v>29</c:v>
                </c:pt>
                <c:pt idx="21">
                  <c:v>33</c:v>
                </c:pt>
                <c:pt idx="22">
                  <c:v>33</c:v>
                </c:pt>
                <c:pt idx="23">
                  <c:v>33</c:v>
                </c:pt>
                <c:pt idx="24">
                  <c:v>33</c:v>
                </c:pt>
                <c:pt idx="25">
                  <c:v>33</c:v>
                </c:pt>
                <c:pt idx="26">
                  <c:v>33</c:v>
                </c:pt>
                <c:pt idx="27">
                  <c:v>33</c:v>
                </c:pt>
                <c:pt idx="28">
                  <c:v>33</c:v>
                </c:pt>
                <c:pt idx="29">
                  <c:v>33</c:v>
                </c:pt>
                <c:pt idx="30">
                  <c:v>33</c:v>
                </c:pt>
                <c:pt idx="31">
                  <c:v>33</c:v>
                </c:pt>
                <c:pt idx="32">
                  <c:v>38</c:v>
                </c:pt>
                <c:pt idx="33">
                  <c:v>38</c:v>
                </c:pt>
                <c:pt idx="34">
                  <c:v>38</c:v>
                </c:pt>
                <c:pt idx="35">
                  <c:v>38</c:v>
                </c:pt>
                <c:pt idx="36">
                  <c:v>38</c:v>
                </c:pt>
                <c:pt idx="37">
                  <c:v>38</c:v>
                </c:pt>
                <c:pt idx="38">
                  <c:v>38</c:v>
                </c:pt>
                <c:pt idx="39">
                  <c:v>38</c:v>
                </c:pt>
                <c:pt idx="40">
                  <c:v>38</c:v>
                </c:pt>
                <c:pt idx="41">
                  <c:v>38</c:v>
                </c:pt>
                <c:pt idx="42">
                  <c:v>38</c:v>
                </c:pt>
                <c:pt idx="43">
                  <c:v>38</c:v>
                </c:pt>
                <c:pt idx="44">
                  <c:v>38</c:v>
                </c:pt>
                <c:pt idx="45">
                  <c:v>38</c:v>
                </c:pt>
                <c:pt idx="46">
                  <c:v>38</c:v>
                </c:pt>
                <c:pt idx="47">
                  <c:v>38</c:v>
                </c:pt>
                <c:pt idx="48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0026-4F98-AC1F-E09EF4C0B7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20</c:v>
                </c:pt>
                <c:pt idx="19">
                  <c:v>20</c:v>
                </c:pt>
                <c:pt idx="20">
                  <c:v>29</c:v>
                </c:pt>
                <c:pt idx="21">
                  <c:v>33</c:v>
                </c:pt>
                <c:pt idx="22">
                  <c:v>33</c:v>
                </c:pt>
                <c:pt idx="23">
                  <c:v>33</c:v>
                </c:pt>
                <c:pt idx="24">
                  <c:v>33</c:v>
                </c:pt>
                <c:pt idx="25">
                  <c:v>33</c:v>
                </c:pt>
                <c:pt idx="26">
                  <c:v>33</c:v>
                </c:pt>
                <c:pt idx="27">
                  <c:v>33</c:v>
                </c:pt>
                <c:pt idx="28">
                  <c:v>33</c:v>
                </c:pt>
                <c:pt idx="29">
                  <c:v>33</c:v>
                </c:pt>
                <c:pt idx="30">
                  <c:v>33</c:v>
                </c:pt>
                <c:pt idx="31">
                  <c:v>33</c:v>
                </c:pt>
                <c:pt idx="32">
                  <c:v>38</c:v>
                </c:pt>
                <c:pt idx="33">
                  <c:v>38</c:v>
                </c:pt>
                <c:pt idx="34">
                  <c:v>38</c:v>
                </c:pt>
                <c:pt idx="35">
                  <c:v>38</c:v>
                </c:pt>
                <c:pt idx="36">
                  <c:v>38</c:v>
                </c:pt>
                <c:pt idx="37">
                  <c:v>38</c:v>
                </c:pt>
                <c:pt idx="38">
                  <c:v>38</c:v>
                </c:pt>
                <c:pt idx="39">
                  <c:v>38</c:v>
                </c:pt>
                <c:pt idx="40">
                  <c:v>38</c:v>
                </c:pt>
                <c:pt idx="41">
                  <c:v>38</c:v>
                </c:pt>
                <c:pt idx="42">
                  <c:v>38</c:v>
                </c:pt>
                <c:pt idx="43">
                  <c:v>38</c:v>
                </c:pt>
                <c:pt idx="44">
                  <c:v>38</c:v>
                </c:pt>
                <c:pt idx="45">
                  <c:v>38</c:v>
                </c:pt>
                <c:pt idx="46">
                  <c:v>38</c:v>
                </c:pt>
                <c:pt idx="47">
                  <c:v>38</c:v>
                </c:pt>
                <c:pt idx="48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F-0026-4F98-AC1F-E09EF4C0B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solidFill>
      <a:sysClr val="window" lastClr="FFFFFF"/>
    </a:solidFill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282152230971128E-2"/>
          <c:y val="0"/>
          <c:w val="0.97627706692913385"/>
          <c:h val="0.89413738545388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8568-4E98-82BF-BF00504A1540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532A-44EF-843E-E7CB75EA4F51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532A-44EF-843E-E7CB75EA4F51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532A-44EF-843E-E7CB75EA4F51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8568-4E98-82BF-BF00504A1540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8568-4E98-82BF-BF00504A1540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532A-44EF-843E-E7CB75EA4F51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8568-4E98-82BF-BF00504A1540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8568-4E98-82BF-BF00504A1540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8568-4E98-82BF-BF00504A1540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8568-4E98-82BF-BF00504A1540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8568-4E98-82BF-BF00504A1540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8568-4E98-82BF-BF00504A1540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8568-4E98-82BF-BF00504A1540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8568-4E98-82BF-BF00504A1540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4-532A-44EF-843E-E7CB75EA4F51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8568-4E98-82BF-BF00504A1540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8D1C-410E-A433-77D4D0491CC1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568-4E98-82BF-BF00504A1540}"/>
                </c:ext>
              </c:extLst>
            </c:dLbl>
            <c:dLbl>
              <c:idx val="1"/>
              <c:layout>
                <c:manualLayout>
                  <c:x val="-4.7742504030074975E-18"/>
                  <c:y val="3.8301605109841695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32A-44EF-843E-E7CB75EA4F51}"/>
                </c:ext>
              </c:extLst>
            </c:dLbl>
            <c:dLbl>
              <c:idx val="2"/>
              <c:layout>
                <c:manualLayout>
                  <c:x val="-2.1304543963254546E-3"/>
                  <c:y val="2.0209038978501941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6538129231380711E-2"/>
                      <c:h val="7.02813548166482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32A-44EF-843E-E7CB75EA4F51}"/>
                </c:ext>
              </c:extLst>
            </c:dLbl>
            <c:dLbl>
              <c:idx val="3"/>
              <c:layout>
                <c:manualLayout>
                  <c:x val="-4.7080052493447872E-5"/>
                  <c:y val="7.8721642562332092E-3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2A-44EF-843E-E7CB75EA4F51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8568-4E98-82BF-BF00504A1540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8568-4E98-82BF-BF00504A1540}"/>
                </c:ext>
              </c:extLst>
            </c:dLbl>
            <c:dLbl>
              <c:idx val="6"/>
              <c:layout>
                <c:manualLayout>
                  <c:x val="2.0833333333333333E-3"/>
                  <c:y val="1.3402295962633728E-2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2A-44EF-843E-E7CB75EA4F51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8568-4E98-82BF-BF00504A1540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8568-4E98-82BF-BF00504A1540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8568-4E98-82BF-BF00504A1540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8568-4E98-82BF-BF00504A1540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8568-4E98-82BF-BF00504A1540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8568-4E98-82BF-BF00504A1540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8568-4E98-82BF-BF00504A1540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8568-4E98-82BF-BF00504A1540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532A-44EF-843E-E7CB75EA4F51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8568-4E98-82BF-BF00504A1540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8D1C-410E-A433-77D4D0491CC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11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3</c:v>
                </c:pt>
                <c:pt idx="5">
                  <c:v>7</c:v>
                </c:pt>
                <c:pt idx="6">
                  <c:v>8</c:v>
                </c:pt>
                <c:pt idx="7">
                  <c:v>7</c:v>
                </c:pt>
                <c:pt idx="8">
                  <c:v>8</c:v>
                </c:pt>
                <c:pt idx="9">
                  <c:v>6</c:v>
                </c:pt>
                <c:pt idx="10">
                  <c:v>8</c:v>
                </c:pt>
                <c:pt idx="11">
                  <c:v>8</c:v>
                </c:pt>
                <c:pt idx="12">
                  <c:v>8</c:v>
                </c:pt>
                <c:pt idx="13">
                  <c:v>2</c:v>
                </c:pt>
                <c:pt idx="14">
                  <c:v>6</c:v>
                </c:pt>
                <c:pt idx="15">
                  <c:v>9</c:v>
                </c:pt>
                <c:pt idx="16">
                  <c:v>8</c:v>
                </c:pt>
                <c:pt idx="1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F-532A-44EF-843E-E7CB75EA4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105346176"/>
        <c:axId val="10534771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3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F-3F89-444B-8BF8-E074B9CCBB8B}"/>
              </c:ext>
            </c:extLst>
          </c:dPt>
          <c:dPt>
            <c:idx val="3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1-66F3-4A95-9197-AEA57D45E6B3}"/>
              </c:ext>
            </c:extLst>
          </c:dPt>
          <c:dPt>
            <c:idx val="3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3-705F-4898-B2A6-144B8BF41274}"/>
              </c:ext>
            </c:extLst>
          </c:dPt>
          <c:dPt>
            <c:idx val="39"/>
            <c:bubble3D val="0"/>
            <c:extLst>
              <c:ext xmlns:c16="http://schemas.microsoft.com/office/drawing/2014/chart" uri="{C3380CC4-5D6E-409C-BE32-E72D297353CC}">
                <c16:uniqueId val="{00000025-B012-4217-A529-02BA81EFE2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8</c:v>
                </c:pt>
                <c:pt idx="23">
                  <c:v>8</c:v>
                </c:pt>
                <c:pt idx="24">
                  <c:v>8</c:v>
                </c:pt>
                <c:pt idx="25">
                  <c:v>8</c:v>
                </c:pt>
                <c:pt idx="26">
                  <c:v>8</c:v>
                </c:pt>
                <c:pt idx="27">
                  <c:v>8</c:v>
                </c:pt>
                <c:pt idx="28">
                  <c:v>8</c:v>
                </c:pt>
                <c:pt idx="29">
                  <c:v>8</c:v>
                </c:pt>
                <c:pt idx="30">
                  <c:v>8</c:v>
                </c:pt>
                <c:pt idx="31">
                  <c:v>8</c:v>
                </c:pt>
                <c:pt idx="32">
                  <c:v>8</c:v>
                </c:pt>
                <c:pt idx="33">
                  <c:v>8</c:v>
                </c:pt>
                <c:pt idx="34">
                  <c:v>8</c:v>
                </c:pt>
                <c:pt idx="35">
                  <c:v>8</c:v>
                </c:pt>
                <c:pt idx="36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7-532A-44EF-843E-E7CB75EA4F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8</c:v>
                </c:pt>
                <c:pt idx="19">
                  <c:v>8</c:v>
                </c:pt>
                <c:pt idx="20">
                  <c:v>8</c:v>
                </c:pt>
                <c:pt idx="21">
                  <c:v>8</c:v>
                </c:pt>
                <c:pt idx="22">
                  <c:v>8</c:v>
                </c:pt>
                <c:pt idx="23">
                  <c:v>8</c:v>
                </c:pt>
                <c:pt idx="24">
                  <c:v>8</c:v>
                </c:pt>
                <c:pt idx="25">
                  <c:v>8</c:v>
                </c:pt>
                <c:pt idx="26">
                  <c:v>8</c:v>
                </c:pt>
                <c:pt idx="27">
                  <c:v>8</c:v>
                </c:pt>
                <c:pt idx="28">
                  <c:v>8</c:v>
                </c:pt>
                <c:pt idx="29">
                  <c:v>8</c:v>
                </c:pt>
                <c:pt idx="30">
                  <c:v>8</c:v>
                </c:pt>
                <c:pt idx="31">
                  <c:v>8</c:v>
                </c:pt>
                <c:pt idx="32">
                  <c:v>8</c:v>
                </c:pt>
                <c:pt idx="33">
                  <c:v>8</c:v>
                </c:pt>
                <c:pt idx="34">
                  <c:v>8</c:v>
                </c:pt>
                <c:pt idx="35">
                  <c:v>8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8-532A-44EF-843E-E7CB75EA4F5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8</c:v>
                </c:pt>
                <c:pt idx="19">
                  <c:v>8</c:v>
                </c:pt>
                <c:pt idx="20">
                  <c:v>8</c:v>
                </c:pt>
                <c:pt idx="21">
                  <c:v>8</c:v>
                </c:pt>
                <c:pt idx="22">
                  <c:v>8</c:v>
                </c:pt>
                <c:pt idx="23">
                  <c:v>8</c:v>
                </c:pt>
                <c:pt idx="24">
                  <c:v>8</c:v>
                </c:pt>
                <c:pt idx="25">
                  <c:v>8</c:v>
                </c:pt>
                <c:pt idx="26">
                  <c:v>8</c:v>
                </c:pt>
                <c:pt idx="27">
                  <c:v>8</c:v>
                </c:pt>
                <c:pt idx="28">
                  <c:v>8</c:v>
                </c:pt>
                <c:pt idx="29">
                  <c:v>8</c:v>
                </c:pt>
                <c:pt idx="30">
                  <c:v>8</c:v>
                </c:pt>
                <c:pt idx="31">
                  <c:v>8</c:v>
                </c:pt>
                <c:pt idx="32">
                  <c:v>8</c:v>
                </c:pt>
                <c:pt idx="33">
                  <c:v>8</c:v>
                </c:pt>
                <c:pt idx="34">
                  <c:v>8</c:v>
                </c:pt>
                <c:pt idx="35">
                  <c:v>8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9-532A-44EF-843E-E7CB75EA4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46176"/>
        <c:axId val="105347712"/>
      </c:lineChart>
      <c:catAx>
        <c:axId val="1053461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05347712"/>
        <c:crosses val="autoZero"/>
        <c:auto val="1"/>
        <c:lblAlgn val="ctr"/>
        <c:lblOffset val="100"/>
        <c:noMultiLvlLbl val="0"/>
      </c:catAx>
      <c:valAx>
        <c:axId val="10534771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105346176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566847112860893E-2"/>
          <c:y val="1.6867508066690594E-2"/>
          <c:w val="0.94272703412073489"/>
          <c:h val="0.879897824895226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0EC9-4A05-B14E-5B7001FDE7FC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0EC9-4A05-B14E-5B7001FDE7FC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3280-401E-A2EA-77074ED62E30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0EC9-4A05-B14E-5B7001FDE7FC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0EC9-4A05-B14E-5B7001FDE7FC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0EC9-4A05-B14E-5B7001FDE7FC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0EC9-4A05-B14E-5B7001FDE7FC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0EC9-4A05-B14E-5B7001FDE7FC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0EC9-4A05-B14E-5B7001FDE7FC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0EC9-4A05-B14E-5B7001FDE7FC}"/>
              </c:ext>
            </c:extLst>
          </c:dPt>
          <c:dPt>
            <c:idx val="1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5-0EC9-4A05-B14E-5B7001FDE7FC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0EC9-4A05-B14E-5B7001FDE7FC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0EC9-4A05-B14E-5B7001FDE7FC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0EC9-4A05-B14E-5B7001FDE7FC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0EC9-4A05-B14E-5B7001FDE7FC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6-3280-401E-A2EA-77074ED62E30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0EC9-4A05-B14E-5B7001FDE7FC}"/>
              </c:ext>
            </c:extLst>
          </c:dPt>
          <c:dPt>
            <c:idx val="1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3-0EC9-4A05-B14E-5B7001FDE7FC}"/>
              </c:ext>
            </c:extLst>
          </c:dPt>
          <c:dPt>
            <c:idx val="18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5-A8B7-41BF-842A-2CA9DC7BB985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C9-4A05-B14E-5B7001FDE7FC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C9-4A05-B14E-5B7001FDE7FC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280-401E-A2EA-77074ED62E30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EC9-4A05-B14E-5B7001FDE7FC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EC9-4A05-B14E-5B7001FDE7FC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EC9-4A05-B14E-5B7001FDE7FC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EC9-4A05-B14E-5B7001FDE7FC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EC9-4A05-B14E-5B7001FDE7FC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EC9-4A05-B14E-5B7001FDE7FC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EC9-4A05-B14E-5B7001FDE7FC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EC9-4A05-B14E-5B7001FDE7FC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EC9-4A05-B14E-5B7001FDE7FC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EC9-4A05-B14E-5B7001FDE7FC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EC9-4A05-B14E-5B7001FDE7FC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EC9-4A05-B14E-5B7001FDE7FC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3280-401E-A2EA-77074ED62E30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EC9-4A05-B14E-5B7001FDE7FC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EC9-4A05-B14E-5B7001FDE7FC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A8B7-41BF-842A-2CA9DC7BB9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42</c:v>
                </c:pt>
                <c:pt idx="1">
                  <c:v>37</c:v>
                </c:pt>
                <c:pt idx="2">
                  <c:v>25</c:v>
                </c:pt>
                <c:pt idx="3">
                  <c:v>29</c:v>
                </c:pt>
                <c:pt idx="4">
                  <c:v>33</c:v>
                </c:pt>
                <c:pt idx="5">
                  <c:v>41</c:v>
                </c:pt>
                <c:pt idx="6">
                  <c:v>33</c:v>
                </c:pt>
                <c:pt idx="7">
                  <c:v>37</c:v>
                </c:pt>
                <c:pt idx="8">
                  <c:v>28</c:v>
                </c:pt>
                <c:pt idx="9">
                  <c:v>27</c:v>
                </c:pt>
                <c:pt idx="10">
                  <c:v>26</c:v>
                </c:pt>
                <c:pt idx="11">
                  <c:v>26</c:v>
                </c:pt>
                <c:pt idx="12">
                  <c:v>27</c:v>
                </c:pt>
                <c:pt idx="13">
                  <c:v>31</c:v>
                </c:pt>
                <c:pt idx="14">
                  <c:v>15</c:v>
                </c:pt>
                <c:pt idx="15">
                  <c:v>25</c:v>
                </c:pt>
                <c:pt idx="16">
                  <c:v>27</c:v>
                </c:pt>
                <c:pt idx="17">
                  <c:v>32</c:v>
                </c:pt>
                <c:pt idx="18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3280-401E-A2EA-77074ED62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F-7BB2-44A7-9DAB-C8B38F20D49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Sheet1!$C$2:$C$51</c:f>
              <c:numCache>
                <c:formatCode>General</c:formatCode>
                <c:ptCount val="50"/>
                <c:pt idx="19">
                  <c:v>32</c:v>
                </c:pt>
                <c:pt idx="20">
                  <c:v>40</c:v>
                </c:pt>
                <c:pt idx="21">
                  <c:v>34</c:v>
                </c:pt>
                <c:pt idx="22">
                  <c:v>23</c:v>
                </c:pt>
                <c:pt idx="23">
                  <c:v>91</c:v>
                </c:pt>
                <c:pt idx="24">
                  <c:v>28</c:v>
                </c:pt>
                <c:pt idx="25">
                  <c:v>34</c:v>
                </c:pt>
                <c:pt idx="26">
                  <c:v>33</c:v>
                </c:pt>
                <c:pt idx="27">
                  <c:v>31</c:v>
                </c:pt>
                <c:pt idx="28">
                  <c:v>32</c:v>
                </c:pt>
                <c:pt idx="29">
                  <c:v>36</c:v>
                </c:pt>
                <c:pt idx="30">
                  <c:v>27</c:v>
                </c:pt>
                <c:pt idx="31">
                  <c:v>42</c:v>
                </c:pt>
                <c:pt idx="32">
                  <c:v>42</c:v>
                </c:pt>
                <c:pt idx="33">
                  <c:v>37</c:v>
                </c:pt>
                <c:pt idx="34">
                  <c:v>32</c:v>
                </c:pt>
                <c:pt idx="35">
                  <c:v>35</c:v>
                </c:pt>
                <c:pt idx="36">
                  <c:v>26</c:v>
                </c:pt>
                <c:pt idx="37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3280-401E-A2EA-77074ED62E3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Sheet1!$D$2:$D$51</c:f>
              <c:numCache>
                <c:formatCode>General</c:formatCode>
                <c:ptCount val="50"/>
                <c:pt idx="19">
                  <c:v>28</c:v>
                </c:pt>
                <c:pt idx="20">
                  <c:v>28</c:v>
                </c:pt>
                <c:pt idx="21">
                  <c:v>28</c:v>
                </c:pt>
                <c:pt idx="22">
                  <c:v>31</c:v>
                </c:pt>
                <c:pt idx="23">
                  <c:v>35</c:v>
                </c:pt>
                <c:pt idx="24">
                  <c:v>35</c:v>
                </c:pt>
                <c:pt idx="25">
                  <c:v>35</c:v>
                </c:pt>
                <c:pt idx="26">
                  <c:v>35</c:v>
                </c:pt>
                <c:pt idx="27">
                  <c:v>35</c:v>
                </c:pt>
                <c:pt idx="28">
                  <c:v>35</c:v>
                </c:pt>
                <c:pt idx="29">
                  <c:v>35</c:v>
                </c:pt>
                <c:pt idx="30">
                  <c:v>35</c:v>
                </c:pt>
                <c:pt idx="31">
                  <c:v>35</c:v>
                </c:pt>
                <c:pt idx="32">
                  <c:v>35</c:v>
                </c:pt>
                <c:pt idx="33">
                  <c:v>35</c:v>
                </c:pt>
                <c:pt idx="34">
                  <c:v>35</c:v>
                </c:pt>
                <c:pt idx="35">
                  <c:v>35</c:v>
                </c:pt>
                <c:pt idx="36">
                  <c:v>35</c:v>
                </c:pt>
                <c:pt idx="37">
                  <c:v>35</c:v>
                </c:pt>
                <c:pt idx="38">
                  <c:v>35</c:v>
                </c:pt>
                <c:pt idx="39">
                  <c:v>35</c:v>
                </c:pt>
                <c:pt idx="40">
                  <c:v>35</c:v>
                </c:pt>
                <c:pt idx="41">
                  <c:v>35</c:v>
                </c:pt>
                <c:pt idx="42">
                  <c:v>35</c:v>
                </c:pt>
                <c:pt idx="43">
                  <c:v>35</c:v>
                </c:pt>
                <c:pt idx="44">
                  <c:v>35</c:v>
                </c:pt>
                <c:pt idx="45">
                  <c:v>35</c:v>
                </c:pt>
                <c:pt idx="46">
                  <c:v>35</c:v>
                </c:pt>
                <c:pt idx="47">
                  <c:v>35</c:v>
                </c:pt>
                <c:pt idx="48">
                  <c:v>35</c:v>
                </c:pt>
                <c:pt idx="49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3280-401E-A2EA-77074ED62E3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Sheet1!$E$2:$E$51</c:f>
              <c:numCache>
                <c:formatCode>General</c:formatCode>
                <c:ptCount val="50"/>
                <c:pt idx="19">
                  <c:v>28</c:v>
                </c:pt>
                <c:pt idx="20">
                  <c:v>28</c:v>
                </c:pt>
                <c:pt idx="21">
                  <c:v>28</c:v>
                </c:pt>
                <c:pt idx="22">
                  <c:v>31</c:v>
                </c:pt>
                <c:pt idx="23">
                  <c:v>35</c:v>
                </c:pt>
                <c:pt idx="24">
                  <c:v>35</c:v>
                </c:pt>
                <c:pt idx="25">
                  <c:v>35</c:v>
                </c:pt>
                <c:pt idx="26">
                  <c:v>35</c:v>
                </c:pt>
                <c:pt idx="27">
                  <c:v>35</c:v>
                </c:pt>
                <c:pt idx="28">
                  <c:v>35</c:v>
                </c:pt>
                <c:pt idx="29">
                  <c:v>35</c:v>
                </c:pt>
                <c:pt idx="30">
                  <c:v>35</c:v>
                </c:pt>
                <c:pt idx="31">
                  <c:v>35</c:v>
                </c:pt>
                <c:pt idx="32">
                  <c:v>35</c:v>
                </c:pt>
                <c:pt idx="33">
                  <c:v>35</c:v>
                </c:pt>
                <c:pt idx="34">
                  <c:v>35</c:v>
                </c:pt>
                <c:pt idx="35">
                  <c:v>35</c:v>
                </c:pt>
                <c:pt idx="36">
                  <c:v>35</c:v>
                </c:pt>
                <c:pt idx="37">
                  <c:v>35</c:v>
                </c:pt>
                <c:pt idx="38">
                  <c:v>35</c:v>
                </c:pt>
                <c:pt idx="39">
                  <c:v>35</c:v>
                </c:pt>
                <c:pt idx="40">
                  <c:v>35</c:v>
                </c:pt>
                <c:pt idx="41">
                  <c:v>35</c:v>
                </c:pt>
                <c:pt idx="42">
                  <c:v>35</c:v>
                </c:pt>
                <c:pt idx="43">
                  <c:v>35</c:v>
                </c:pt>
                <c:pt idx="44">
                  <c:v>35</c:v>
                </c:pt>
                <c:pt idx="45">
                  <c:v>35</c:v>
                </c:pt>
                <c:pt idx="46">
                  <c:v>35</c:v>
                </c:pt>
                <c:pt idx="47">
                  <c:v>35</c:v>
                </c:pt>
                <c:pt idx="48">
                  <c:v>35</c:v>
                </c:pt>
                <c:pt idx="49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3280-401E-A2EA-77074ED62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  <c:spPr>
        <a:solidFill>
          <a:sysClr val="window" lastClr="FFFFFF"/>
        </a:solidFill>
      </c:spPr>
    </c:plotArea>
    <c:plotVisOnly val="1"/>
    <c:dispBlanksAs val="gap"/>
    <c:showDLblsOverMax val="0"/>
  </c:chart>
  <c:spPr>
    <a:solidFill>
      <a:sysClr val="window" lastClr="FFFFFF"/>
    </a:solidFill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Hoja1!$B$2:$B$19</c:f>
              <c:numCache>
                <c:formatCode>General</c:formatCode>
                <c:ptCount val="18"/>
                <c:pt idx="0">
                  <c:v>31.2869739</c:v>
                </c:pt>
                <c:pt idx="1">
                  <c:v>29.510133499999998</c:v>
                </c:pt>
                <c:pt idx="2">
                  <c:v>29.561431800000001</c:v>
                </c:pt>
                <c:pt idx="3">
                  <c:v>30.6646918</c:v>
                </c:pt>
                <c:pt idx="4">
                  <c:v>31.532298399999998</c:v>
                </c:pt>
                <c:pt idx="5">
                  <c:v>32.953432499999998</c:v>
                </c:pt>
                <c:pt idx="6">
                  <c:v>31.275606199999999</c:v>
                </c:pt>
                <c:pt idx="7">
                  <c:v>30.373039500000001</c:v>
                </c:pt>
                <c:pt idx="8">
                  <c:v>33.452269299999998</c:v>
                </c:pt>
                <c:pt idx="9">
                  <c:v>34.057347399999998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Hoja1!$C$2:$C$19</c:f>
              <c:numCache>
                <c:formatCode>General</c:formatCode>
                <c:ptCount val="18"/>
                <c:pt idx="0">
                  <c:v>18.2874558</c:v>
                </c:pt>
                <c:pt idx="1">
                  <c:v>20.548247199999999</c:v>
                </c:pt>
                <c:pt idx="2">
                  <c:v>19.482537300000001</c:v>
                </c:pt>
                <c:pt idx="3">
                  <c:v>18.963426299999998</c:v>
                </c:pt>
                <c:pt idx="4">
                  <c:v>17.731985099999999</c:v>
                </c:pt>
                <c:pt idx="5">
                  <c:v>16.491037899999998</c:v>
                </c:pt>
                <c:pt idx="6">
                  <c:v>18.121354100000001</c:v>
                </c:pt>
                <c:pt idx="7">
                  <c:v>18.924454399999998</c:v>
                </c:pt>
                <c:pt idx="8">
                  <c:v>18.265240500000001</c:v>
                </c:pt>
                <c:pt idx="9">
                  <c:v>20.044375899999999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Turbosina</c:v>
                </c:pt>
              </c:strCache>
            </c:strRef>
          </c:tx>
          <c:spPr>
            <a:solidFill>
              <a:srgbClr val="B7903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1.68916110540298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AA-417B-8517-6BE3D148E54D}"/>
                </c:ext>
              </c:extLst>
            </c:dLbl>
            <c:dLbl>
              <c:idx val="1"/>
              <c:layout>
                <c:manualLayout>
                  <c:x val="-1.909700161202999E-17"/>
                  <c:y val="-1.68916110540299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AA-417B-8517-6BE3D148E54D}"/>
                </c:ext>
              </c:extLst>
            </c:dLbl>
            <c:dLbl>
              <c:idx val="5"/>
              <c:layout>
                <c:manualLayout>
                  <c:x val="-1.0416666666666667E-3"/>
                  <c:y val="-1.68916110540298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AA-417B-8517-6BE3D148E54D}"/>
                </c:ext>
              </c:extLst>
            </c:dLbl>
            <c:dLbl>
              <c:idx val="6"/>
              <c:layout>
                <c:manualLayout>
                  <c:x val="0"/>
                  <c:y val="-1.40763425450248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0AA-417B-8517-6BE3D148E54D}"/>
                </c:ext>
              </c:extLst>
            </c:dLbl>
            <c:dLbl>
              <c:idx val="7"/>
              <c:layout>
                <c:manualLayout>
                  <c:x val="1.04166666666666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AA-417B-8517-6BE3D148E54D}"/>
                </c:ext>
              </c:extLst>
            </c:dLbl>
            <c:dLbl>
              <c:idx val="9"/>
              <c:layout>
                <c:manualLayout>
                  <c:x val="-7.638800644811996E-17"/>
                  <c:y val="-1.40763425450249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0AA-417B-8517-6BE3D148E54D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Hoja1!$D$2:$D$19</c:f>
              <c:numCache>
                <c:formatCode>General</c:formatCode>
                <c:ptCount val="18"/>
                <c:pt idx="0">
                  <c:v>6.91360946</c:v>
                </c:pt>
                <c:pt idx="1">
                  <c:v>6.0800174399999998</c:v>
                </c:pt>
                <c:pt idx="2">
                  <c:v>6.2658001199999998</c:v>
                </c:pt>
                <c:pt idx="3">
                  <c:v>2.9145091000000001</c:v>
                </c:pt>
                <c:pt idx="4">
                  <c:v>3.6796302299999999</c:v>
                </c:pt>
                <c:pt idx="5">
                  <c:v>5.7327904700000003</c:v>
                </c:pt>
                <c:pt idx="6">
                  <c:v>6.6215536899999998</c:v>
                </c:pt>
                <c:pt idx="7">
                  <c:v>5.8023585300000002</c:v>
                </c:pt>
                <c:pt idx="8">
                  <c:v>6.5576840199999999</c:v>
                </c:pt>
                <c:pt idx="9">
                  <c:v>5.9676343699999999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Hoja1!$E$2:$E$19</c:f>
              <c:numCache>
                <c:formatCode>General</c:formatCode>
                <c:ptCount val="18"/>
                <c:pt idx="0">
                  <c:v>56.48803916</c:v>
                </c:pt>
                <c:pt idx="1">
                  <c:v>56.13839814</c:v>
                </c:pt>
                <c:pt idx="2">
                  <c:v>55.30976922</c:v>
                </c:pt>
                <c:pt idx="3">
                  <c:v>52.542627199999998</c:v>
                </c:pt>
                <c:pt idx="4">
                  <c:v>52.943913729999998</c:v>
                </c:pt>
                <c:pt idx="5">
                  <c:v>55.177260869999998</c:v>
                </c:pt>
                <c:pt idx="6">
                  <c:v>56.018513990000002</c:v>
                </c:pt>
                <c:pt idx="7">
                  <c:v>55.099852429999999</c:v>
                </c:pt>
                <c:pt idx="8">
                  <c:v>58.275193819999998</c:v>
                </c:pt>
                <c:pt idx="9">
                  <c:v>60.069357669999995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BBF-4EC4-8C19-604958AA2EAC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Columna2</c:v>
                </c:pt>
              </c:strCache>
            </c:strRef>
          </c:tx>
          <c:spPr>
            <a:ln w="28575" cap="rnd">
              <a:solidFill>
                <a:srgbClr val="245C4F"/>
              </a:solidFill>
              <a:round/>
            </a:ln>
            <a:effectLst/>
          </c:spPr>
          <c:marker>
            <c:symbol val="none"/>
          </c:marker>
          <c:dLbls>
            <c:dLbl>
              <c:idx val="14"/>
              <c:layout>
                <c:manualLayout>
                  <c:x val="-1.7195374015748031E-2"/>
                  <c:y val="-4.54031874603063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2B-4775-99B2-AB2E7D5E4A38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Hoja1!$F$2:$F$19</c:f>
              <c:numCache>
                <c:formatCode>General</c:formatCode>
                <c:ptCount val="18"/>
                <c:pt idx="10">
                  <c:v>37.439737700000002</c:v>
                </c:pt>
                <c:pt idx="11">
                  <c:v>32.172717599999999</c:v>
                </c:pt>
                <c:pt idx="12">
                  <c:v>31.956026600000001</c:v>
                </c:pt>
                <c:pt idx="13">
                  <c:v>33.480962599999998</c:v>
                </c:pt>
                <c:pt idx="14">
                  <c:v>27.7516623</c:v>
                </c:pt>
                <c:pt idx="15">
                  <c:v>34.888969199999998</c:v>
                </c:pt>
                <c:pt idx="16">
                  <c:v>36.180645300000002</c:v>
                </c:pt>
                <c:pt idx="17">
                  <c:v>34.788607499999998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35-469D-8950-5C56B0BF6A0A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Columna3</c:v>
                </c:pt>
              </c:strCache>
            </c:strRef>
          </c:tx>
          <c:spPr>
            <a:ln w="28575" cap="rnd">
              <a:solidFill>
                <a:srgbClr val="691932"/>
              </a:solidFill>
              <a:round/>
            </a:ln>
            <a:effectLst/>
          </c:spPr>
          <c:marker>
            <c:symbol val="none"/>
          </c:marker>
          <c:dLbls>
            <c:dLbl>
              <c:idx val="14"/>
              <c:layout>
                <c:manualLayout>
                  <c:x val="-1.8237040682414697E-2"/>
                  <c:y val="3.90548678098430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DE2-4A72-9BF2-049BCD9FFA3D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Hoja1!$G$2:$G$19</c:f>
              <c:numCache>
                <c:formatCode>General</c:formatCode>
                <c:ptCount val="18"/>
                <c:pt idx="10">
                  <c:v>19.425488000000001</c:v>
                </c:pt>
                <c:pt idx="11">
                  <c:v>18.534141900000002</c:v>
                </c:pt>
                <c:pt idx="12">
                  <c:v>20.896880500000002</c:v>
                </c:pt>
                <c:pt idx="13">
                  <c:v>19.849753199999999</c:v>
                </c:pt>
                <c:pt idx="14">
                  <c:v>26.378791</c:v>
                </c:pt>
                <c:pt idx="15">
                  <c:v>19.176752700000002</c:v>
                </c:pt>
                <c:pt idx="16">
                  <c:v>14.2624712</c:v>
                </c:pt>
                <c:pt idx="17">
                  <c:v>13.9562907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35-469D-8950-5C56B0BF6A0A}"/>
            </c:ext>
          </c:extLst>
        </c:ser>
        <c:ser>
          <c:idx val="6"/>
          <c:order val="6"/>
          <c:tx>
            <c:strRef>
              <c:f>Hoja1!$H$1</c:f>
              <c:strCache>
                <c:ptCount val="1"/>
                <c:pt idx="0">
                  <c:v>Columna4</c:v>
                </c:pt>
              </c:strCache>
            </c:strRef>
          </c:tx>
          <c:spPr>
            <a:ln w="28575" cap="rnd">
              <a:solidFill>
                <a:srgbClr val="B7903D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Hoja1!$H$2:$H$19</c:f>
              <c:numCache>
                <c:formatCode>General</c:formatCode>
                <c:ptCount val="18"/>
                <c:pt idx="10">
                  <c:v>6.4665995799999996</c:v>
                </c:pt>
                <c:pt idx="11">
                  <c:v>5.8818404700000002</c:v>
                </c:pt>
                <c:pt idx="12">
                  <c:v>6.2794502400000001</c:v>
                </c:pt>
                <c:pt idx="13">
                  <c:v>3.8671959500000002</c:v>
                </c:pt>
                <c:pt idx="14">
                  <c:v>6.7282481000000001</c:v>
                </c:pt>
                <c:pt idx="15">
                  <c:v>6.8852477700000003</c:v>
                </c:pt>
                <c:pt idx="16">
                  <c:v>5.6406948799999999</c:v>
                </c:pt>
                <c:pt idx="17">
                  <c:v>5.4463573399999996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235-469D-8950-5C56B0BF6A0A}"/>
            </c:ext>
          </c:extLst>
        </c:ser>
        <c:ser>
          <c:idx val="7"/>
          <c:order val="7"/>
          <c:tx>
            <c:strRef>
              <c:f>Hoja1!$I$1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solidFill>
                <a:srgbClr val="1E5B4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E5B4F"/>
              </a:solidFill>
              <a:ln w="9525">
                <a:solidFill>
                  <a:srgbClr val="1E5B4F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1.9371448100534937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BEC-4A63-BAC4-D1D2952D16B6}"/>
                </c:ext>
              </c:extLst>
            </c:dLbl>
            <c:dLbl>
              <c:idx val="11"/>
              <c:layout>
                <c:manualLayout>
                  <c:x val="-1.3673963365083594E-2"/>
                  <c:y val="-3.2080148473448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BEC-4A63-BAC4-D1D2952D16B6}"/>
                </c:ext>
              </c:extLst>
            </c:dLbl>
            <c:dLbl>
              <c:idx val="12"/>
              <c:layout>
                <c:manualLayout>
                  <c:x val="-1.7092454206354284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BEC-4A63-BAC4-D1D2952D16B6}"/>
                </c:ext>
              </c:extLst>
            </c:dLbl>
            <c:dLbl>
              <c:idx val="13"/>
              <c:layout>
                <c:manualLayout>
                  <c:x val="-1.2534466417993141E-2"/>
                  <c:y val="-3.20801484734488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BEC-4A63-BAC4-D1D2952D16B6}"/>
                </c:ext>
              </c:extLst>
            </c:dLbl>
            <c:dLbl>
              <c:idx val="14"/>
              <c:layout>
                <c:manualLayout>
                  <c:x val="-1.4583333333333334E-2"/>
                  <c:y val="-1.97068795630348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565-42BD-BC94-05809FA904D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Hoja1!$I$2:$I$19</c:f>
              <c:numCache>
                <c:formatCode>General</c:formatCode>
                <c:ptCount val="18"/>
                <c:pt idx="10">
                  <c:v>63.331825280000004</c:v>
                </c:pt>
                <c:pt idx="11">
                  <c:v>56.58869997</c:v>
                </c:pt>
                <c:pt idx="12">
                  <c:v>59.132357340000006</c:v>
                </c:pt>
                <c:pt idx="13">
                  <c:v>57.197911749999996</c:v>
                </c:pt>
                <c:pt idx="14">
                  <c:v>60.858701400000001</c:v>
                </c:pt>
                <c:pt idx="15">
                  <c:v>60.950969669999999</c:v>
                </c:pt>
                <c:pt idx="16">
                  <c:v>56.08381138</c:v>
                </c:pt>
                <c:pt idx="17">
                  <c:v>54.191255539999993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235-469D-8950-5C56B0BF6A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429215879265097E-2"/>
          <c:y val="1.6867435188465934E-2"/>
          <c:w val="0.97357078412073494"/>
          <c:h val="0.897242167327687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4802-44E0-8B7F-0CE929B1E2C9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4802-44E0-8B7F-0CE929B1E2C9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415E-4207-BA0E-26D19C34720B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4802-44E0-8B7F-0CE929B1E2C9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4802-44E0-8B7F-0CE929B1E2C9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4802-44E0-8B7F-0CE929B1E2C9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4802-44E0-8B7F-0CE929B1E2C9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4802-44E0-8B7F-0CE929B1E2C9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4802-44E0-8B7F-0CE929B1E2C9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4802-44E0-8B7F-0CE929B1E2C9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4802-44E0-8B7F-0CE929B1E2C9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4802-44E0-8B7F-0CE929B1E2C9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4802-44E0-8B7F-0CE929B1E2C9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4802-44E0-8B7F-0CE929B1E2C9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4802-44E0-8B7F-0CE929B1E2C9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415E-4207-BA0E-26D19C34720B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4802-44E0-8B7F-0CE929B1E2C9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E788-4BCB-9026-01D307507564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802-44E0-8B7F-0CE929B1E2C9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802-44E0-8B7F-0CE929B1E2C9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15E-4207-BA0E-26D19C34720B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802-44E0-8B7F-0CE929B1E2C9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802-44E0-8B7F-0CE929B1E2C9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802-44E0-8B7F-0CE929B1E2C9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802-44E0-8B7F-0CE929B1E2C9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802-44E0-8B7F-0CE929B1E2C9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802-44E0-8B7F-0CE929B1E2C9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802-44E0-8B7F-0CE929B1E2C9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802-44E0-8B7F-0CE929B1E2C9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802-44E0-8B7F-0CE929B1E2C9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802-44E0-8B7F-0CE929B1E2C9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802-44E0-8B7F-0CE929B1E2C9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802-44E0-8B7F-0CE929B1E2C9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415E-4207-BA0E-26D19C34720B}"/>
                </c:ext>
              </c:extLst>
            </c:dLbl>
            <c:dLbl>
              <c:idx val="16"/>
              <c:layout>
                <c:manualLayout>
                  <c:x val="-5.2083333333332949E-3"/>
                  <c:y val="0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4802-44E0-8B7F-0CE929B1E2C9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788-4BCB-9026-01D3075075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137</c:v>
                </c:pt>
                <c:pt idx="1">
                  <c:v>165</c:v>
                </c:pt>
                <c:pt idx="2">
                  <c:v>125</c:v>
                </c:pt>
                <c:pt idx="3">
                  <c:v>125</c:v>
                </c:pt>
                <c:pt idx="4">
                  <c:v>177</c:v>
                </c:pt>
                <c:pt idx="5">
                  <c:v>178</c:v>
                </c:pt>
                <c:pt idx="6">
                  <c:v>178</c:v>
                </c:pt>
                <c:pt idx="7">
                  <c:v>199</c:v>
                </c:pt>
                <c:pt idx="8">
                  <c:v>201</c:v>
                </c:pt>
                <c:pt idx="9">
                  <c:v>193</c:v>
                </c:pt>
                <c:pt idx="10">
                  <c:v>137</c:v>
                </c:pt>
                <c:pt idx="11">
                  <c:v>207</c:v>
                </c:pt>
                <c:pt idx="12">
                  <c:v>202</c:v>
                </c:pt>
                <c:pt idx="13">
                  <c:v>207</c:v>
                </c:pt>
                <c:pt idx="14">
                  <c:v>124</c:v>
                </c:pt>
                <c:pt idx="15">
                  <c:v>202</c:v>
                </c:pt>
                <c:pt idx="16">
                  <c:v>247</c:v>
                </c:pt>
                <c:pt idx="17">
                  <c:v>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415E-4207-BA0E-26D19C347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2-F84B-4810-98AA-7B19AD02DB0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247</c:v>
                </c:pt>
                <c:pt idx="19">
                  <c:v>245</c:v>
                </c:pt>
                <c:pt idx="20">
                  <c:v>245</c:v>
                </c:pt>
                <c:pt idx="21">
                  <c:v>245</c:v>
                </c:pt>
                <c:pt idx="22">
                  <c:v>242</c:v>
                </c:pt>
                <c:pt idx="23">
                  <c:v>239</c:v>
                </c:pt>
                <c:pt idx="24">
                  <c:v>238</c:v>
                </c:pt>
                <c:pt idx="25">
                  <c:v>238</c:v>
                </c:pt>
                <c:pt idx="26">
                  <c:v>236</c:v>
                </c:pt>
                <c:pt idx="27">
                  <c:v>238</c:v>
                </c:pt>
                <c:pt idx="28">
                  <c:v>235</c:v>
                </c:pt>
                <c:pt idx="29">
                  <c:v>235</c:v>
                </c:pt>
                <c:pt idx="30">
                  <c:v>237</c:v>
                </c:pt>
                <c:pt idx="31">
                  <c:v>247</c:v>
                </c:pt>
                <c:pt idx="32">
                  <c:v>246</c:v>
                </c:pt>
                <c:pt idx="33">
                  <c:v>250</c:v>
                </c:pt>
                <c:pt idx="34">
                  <c:v>248</c:v>
                </c:pt>
                <c:pt idx="35">
                  <c:v>249</c:v>
                </c:pt>
                <c:pt idx="36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F-415E-4207-BA0E-26D19C3472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250</c:v>
                </c:pt>
                <c:pt idx="19">
                  <c:v>250</c:v>
                </c:pt>
                <c:pt idx="20">
                  <c:v>250</c:v>
                </c:pt>
                <c:pt idx="21">
                  <c:v>250</c:v>
                </c:pt>
                <c:pt idx="22">
                  <c:v>250</c:v>
                </c:pt>
                <c:pt idx="23">
                  <c:v>250</c:v>
                </c:pt>
                <c:pt idx="24">
                  <c:v>250</c:v>
                </c:pt>
                <c:pt idx="25">
                  <c:v>250</c:v>
                </c:pt>
                <c:pt idx="26">
                  <c:v>250</c:v>
                </c:pt>
                <c:pt idx="27">
                  <c:v>250</c:v>
                </c:pt>
                <c:pt idx="28">
                  <c:v>250</c:v>
                </c:pt>
                <c:pt idx="29">
                  <c:v>250</c:v>
                </c:pt>
                <c:pt idx="30">
                  <c:v>250</c:v>
                </c:pt>
                <c:pt idx="31">
                  <c:v>250</c:v>
                </c:pt>
                <c:pt idx="32">
                  <c:v>250</c:v>
                </c:pt>
                <c:pt idx="33">
                  <c:v>250</c:v>
                </c:pt>
                <c:pt idx="34">
                  <c:v>250</c:v>
                </c:pt>
                <c:pt idx="35">
                  <c:v>250</c:v>
                </c:pt>
                <c:pt idx="36">
                  <c:v>250</c:v>
                </c:pt>
                <c:pt idx="37">
                  <c:v>250</c:v>
                </c:pt>
                <c:pt idx="38">
                  <c:v>250</c:v>
                </c:pt>
                <c:pt idx="39">
                  <c:v>250</c:v>
                </c:pt>
                <c:pt idx="40">
                  <c:v>250</c:v>
                </c:pt>
                <c:pt idx="41">
                  <c:v>250</c:v>
                </c:pt>
                <c:pt idx="42">
                  <c:v>250</c:v>
                </c:pt>
                <c:pt idx="43">
                  <c:v>250</c:v>
                </c:pt>
                <c:pt idx="44">
                  <c:v>250</c:v>
                </c:pt>
                <c:pt idx="45">
                  <c:v>250</c:v>
                </c:pt>
                <c:pt idx="46">
                  <c:v>250</c:v>
                </c:pt>
                <c:pt idx="47">
                  <c:v>250</c:v>
                </c:pt>
                <c:pt idx="48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0-415E-4207-BA0E-26D19C34720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250</c:v>
                </c:pt>
                <c:pt idx="19">
                  <c:v>250</c:v>
                </c:pt>
                <c:pt idx="20">
                  <c:v>250</c:v>
                </c:pt>
                <c:pt idx="21">
                  <c:v>250</c:v>
                </c:pt>
                <c:pt idx="22">
                  <c:v>250</c:v>
                </c:pt>
                <c:pt idx="23">
                  <c:v>250</c:v>
                </c:pt>
                <c:pt idx="24">
                  <c:v>250</c:v>
                </c:pt>
                <c:pt idx="25">
                  <c:v>250</c:v>
                </c:pt>
                <c:pt idx="26">
                  <c:v>250</c:v>
                </c:pt>
                <c:pt idx="27">
                  <c:v>250</c:v>
                </c:pt>
                <c:pt idx="28">
                  <c:v>250</c:v>
                </c:pt>
                <c:pt idx="29">
                  <c:v>250</c:v>
                </c:pt>
                <c:pt idx="30">
                  <c:v>250</c:v>
                </c:pt>
                <c:pt idx="31">
                  <c:v>250</c:v>
                </c:pt>
                <c:pt idx="32">
                  <c:v>250</c:v>
                </c:pt>
                <c:pt idx="33">
                  <c:v>250</c:v>
                </c:pt>
                <c:pt idx="34">
                  <c:v>250</c:v>
                </c:pt>
                <c:pt idx="35">
                  <c:v>250</c:v>
                </c:pt>
                <c:pt idx="36">
                  <c:v>250</c:v>
                </c:pt>
                <c:pt idx="37">
                  <c:v>250</c:v>
                </c:pt>
                <c:pt idx="38">
                  <c:v>250</c:v>
                </c:pt>
                <c:pt idx="39">
                  <c:v>250</c:v>
                </c:pt>
                <c:pt idx="40">
                  <c:v>250</c:v>
                </c:pt>
                <c:pt idx="41">
                  <c:v>250</c:v>
                </c:pt>
                <c:pt idx="42">
                  <c:v>250</c:v>
                </c:pt>
                <c:pt idx="43">
                  <c:v>250</c:v>
                </c:pt>
                <c:pt idx="44">
                  <c:v>250</c:v>
                </c:pt>
                <c:pt idx="45">
                  <c:v>250</c:v>
                </c:pt>
                <c:pt idx="46">
                  <c:v>250</c:v>
                </c:pt>
                <c:pt idx="47">
                  <c:v>250</c:v>
                </c:pt>
                <c:pt idx="48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1-415E-4207-BA0E-26D19C347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  <c:max val="3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7661827427821521E-2"/>
          <c:y val="4.7340338872596928E-2"/>
          <c:w val="0.96147703412073493"/>
          <c:h val="0.858992527572822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57B9-4F99-BD80-F2F6D25B4880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57B9-4F99-BD80-F2F6D25B4880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741F-47EE-A0AA-8A29A53AB755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57B9-4F99-BD80-F2F6D25B4880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57B9-4F99-BD80-F2F6D25B4880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57B9-4F99-BD80-F2F6D25B4880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57B9-4F99-BD80-F2F6D25B4880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57B9-4F99-BD80-F2F6D25B4880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57B9-4F99-BD80-F2F6D25B4880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57B9-4F99-BD80-F2F6D25B4880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57B9-4F99-BD80-F2F6D25B4880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57B9-4F99-BD80-F2F6D25B4880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57B9-4F99-BD80-F2F6D25B4880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57B9-4F99-BD80-F2F6D25B4880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57B9-4F99-BD80-F2F6D25B4880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741F-47EE-A0AA-8A29A53AB755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57B9-4F99-BD80-F2F6D25B4880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B276-4F36-BD12-B70DA48A5F3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B9-4F99-BD80-F2F6D25B4880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B9-4F99-BD80-F2F6D25B4880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1F-47EE-A0AA-8A29A53AB755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B9-4F99-BD80-F2F6D25B4880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B9-4F99-BD80-F2F6D25B4880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B9-4F99-BD80-F2F6D25B4880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7B9-4F99-BD80-F2F6D25B4880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7B9-4F99-BD80-F2F6D25B4880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7B9-4F99-BD80-F2F6D25B4880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7B9-4F99-BD80-F2F6D25B4880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57B9-4F99-BD80-F2F6D25B4880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57B9-4F99-BD80-F2F6D25B4880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7B9-4F99-BD80-F2F6D25B4880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7B9-4F99-BD80-F2F6D25B4880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57B9-4F99-BD80-F2F6D25B4880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741F-47EE-A0AA-8A29A53AB755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7B9-4F99-BD80-F2F6D25B4880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B276-4F36-BD12-B70DA48A5F3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43</c:v>
                </c:pt>
                <c:pt idx="1">
                  <c:v>54</c:v>
                </c:pt>
                <c:pt idx="2">
                  <c:v>42</c:v>
                </c:pt>
                <c:pt idx="3">
                  <c:v>43</c:v>
                </c:pt>
                <c:pt idx="4">
                  <c:v>51</c:v>
                </c:pt>
                <c:pt idx="5">
                  <c:v>56</c:v>
                </c:pt>
                <c:pt idx="6">
                  <c:v>56</c:v>
                </c:pt>
                <c:pt idx="7">
                  <c:v>63</c:v>
                </c:pt>
                <c:pt idx="8">
                  <c:v>64</c:v>
                </c:pt>
                <c:pt idx="9">
                  <c:v>66</c:v>
                </c:pt>
                <c:pt idx="10">
                  <c:v>50</c:v>
                </c:pt>
                <c:pt idx="11">
                  <c:v>69</c:v>
                </c:pt>
                <c:pt idx="12">
                  <c:v>61</c:v>
                </c:pt>
                <c:pt idx="13">
                  <c:v>81</c:v>
                </c:pt>
                <c:pt idx="14">
                  <c:v>52</c:v>
                </c:pt>
                <c:pt idx="15">
                  <c:v>58</c:v>
                </c:pt>
                <c:pt idx="16">
                  <c:v>80</c:v>
                </c:pt>
                <c:pt idx="17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741F-47EE-A0AA-8A29A53AB7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741F-47EE-A0AA-8A29A53AB755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48E3-4113-A991-92C25DA6A688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5E6D-413D-8A2D-B1454F25EF61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841B-4A5D-998F-2369E00C2768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2-F476-4EA5-AAE8-BAC9F85C3DEF}"/>
              </c:ext>
            </c:extLst>
          </c:dPt>
          <c:dLbls>
            <c:dLbl>
              <c:idx val="3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F476-4EA5-AAE8-BAC9F85C3DE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81</c:v>
                </c:pt>
                <c:pt idx="19">
                  <c:v>76</c:v>
                </c:pt>
                <c:pt idx="20">
                  <c:v>88</c:v>
                </c:pt>
                <c:pt idx="21">
                  <c:v>88</c:v>
                </c:pt>
                <c:pt idx="22">
                  <c:v>82</c:v>
                </c:pt>
                <c:pt idx="23">
                  <c:v>95</c:v>
                </c:pt>
                <c:pt idx="24">
                  <c:v>86</c:v>
                </c:pt>
                <c:pt idx="25">
                  <c:v>88</c:v>
                </c:pt>
                <c:pt idx="26">
                  <c:v>86</c:v>
                </c:pt>
                <c:pt idx="27">
                  <c:v>85</c:v>
                </c:pt>
                <c:pt idx="28">
                  <c:v>94</c:v>
                </c:pt>
                <c:pt idx="29">
                  <c:v>91</c:v>
                </c:pt>
                <c:pt idx="30">
                  <c:v>83</c:v>
                </c:pt>
                <c:pt idx="31">
                  <c:v>80</c:v>
                </c:pt>
                <c:pt idx="32">
                  <c:v>97</c:v>
                </c:pt>
                <c:pt idx="33">
                  <c:v>90</c:v>
                </c:pt>
                <c:pt idx="34">
                  <c:v>107</c:v>
                </c:pt>
                <c:pt idx="35">
                  <c:v>84</c:v>
                </c:pt>
                <c:pt idx="36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741F-47EE-A0AA-8A29A53AB7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93</c:v>
                </c:pt>
                <c:pt idx="19">
                  <c:v>93</c:v>
                </c:pt>
                <c:pt idx="20">
                  <c:v>93</c:v>
                </c:pt>
                <c:pt idx="21">
                  <c:v>93</c:v>
                </c:pt>
                <c:pt idx="22">
                  <c:v>93</c:v>
                </c:pt>
                <c:pt idx="23">
                  <c:v>93</c:v>
                </c:pt>
                <c:pt idx="24">
                  <c:v>93</c:v>
                </c:pt>
                <c:pt idx="25">
                  <c:v>93</c:v>
                </c:pt>
                <c:pt idx="26">
                  <c:v>93</c:v>
                </c:pt>
                <c:pt idx="27">
                  <c:v>93</c:v>
                </c:pt>
                <c:pt idx="28">
                  <c:v>93</c:v>
                </c:pt>
                <c:pt idx="29">
                  <c:v>93</c:v>
                </c:pt>
                <c:pt idx="30">
                  <c:v>93</c:v>
                </c:pt>
                <c:pt idx="31">
                  <c:v>93</c:v>
                </c:pt>
                <c:pt idx="32">
                  <c:v>93</c:v>
                </c:pt>
                <c:pt idx="33">
                  <c:v>93</c:v>
                </c:pt>
                <c:pt idx="34">
                  <c:v>93</c:v>
                </c:pt>
                <c:pt idx="35">
                  <c:v>93</c:v>
                </c:pt>
                <c:pt idx="36">
                  <c:v>93</c:v>
                </c:pt>
                <c:pt idx="37">
                  <c:v>93</c:v>
                </c:pt>
                <c:pt idx="38">
                  <c:v>93</c:v>
                </c:pt>
                <c:pt idx="39">
                  <c:v>93</c:v>
                </c:pt>
                <c:pt idx="40">
                  <c:v>93</c:v>
                </c:pt>
                <c:pt idx="41">
                  <c:v>93</c:v>
                </c:pt>
                <c:pt idx="42">
                  <c:v>93</c:v>
                </c:pt>
                <c:pt idx="43">
                  <c:v>93</c:v>
                </c:pt>
                <c:pt idx="44">
                  <c:v>93</c:v>
                </c:pt>
                <c:pt idx="45">
                  <c:v>93</c:v>
                </c:pt>
                <c:pt idx="46">
                  <c:v>93</c:v>
                </c:pt>
                <c:pt idx="47">
                  <c:v>93</c:v>
                </c:pt>
                <c:pt idx="48">
                  <c:v>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741F-47EE-A0AA-8A29A53AB75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93</c:v>
                </c:pt>
                <c:pt idx="19">
                  <c:v>93</c:v>
                </c:pt>
                <c:pt idx="20">
                  <c:v>93</c:v>
                </c:pt>
                <c:pt idx="21">
                  <c:v>93</c:v>
                </c:pt>
                <c:pt idx="22">
                  <c:v>93</c:v>
                </c:pt>
                <c:pt idx="23">
                  <c:v>93</c:v>
                </c:pt>
                <c:pt idx="24">
                  <c:v>93</c:v>
                </c:pt>
                <c:pt idx="25">
                  <c:v>93</c:v>
                </c:pt>
                <c:pt idx="26">
                  <c:v>93</c:v>
                </c:pt>
                <c:pt idx="27">
                  <c:v>93</c:v>
                </c:pt>
                <c:pt idx="28">
                  <c:v>93</c:v>
                </c:pt>
                <c:pt idx="29">
                  <c:v>93</c:v>
                </c:pt>
                <c:pt idx="30">
                  <c:v>93</c:v>
                </c:pt>
                <c:pt idx="31">
                  <c:v>93</c:v>
                </c:pt>
                <c:pt idx="32">
                  <c:v>93</c:v>
                </c:pt>
                <c:pt idx="33">
                  <c:v>93</c:v>
                </c:pt>
                <c:pt idx="34">
                  <c:v>93</c:v>
                </c:pt>
                <c:pt idx="35">
                  <c:v>93</c:v>
                </c:pt>
                <c:pt idx="36">
                  <c:v>93</c:v>
                </c:pt>
                <c:pt idx="37">
                  <c:v>93</c:v>
                </c:pt>
                <c:pt idx="38">
                  <c:v>93</c:v>
                </c:pt>
                <c:pt idx="39">
                  <c:v>93</c:v>
                </c:pt>
                <c:pt idx="40">
                  <c:v>93</c:v>
                </c:pt>
                <c:pt idx="41">
                  <c:v>93</c:v>
                </c:pt>
                <c:pt idx="42">
                  <c:v>93</c:v>
                </c:pt>
                <c:pt idx="43">
                  <c:v>93</c:v>
                </c:pt>
                <c:pt idx="44">
                  <c:v>93</c:v>
                </c:pt>
                <c:pt idx="45">
                  <c:v>93</c:v>
                </c:pt>
                <c:pt idx="46">
                  <c:v>93</c:v>
                </c:pt>
                <c:pt idx="47">
                  <c:v>93</c:v>
                </c:pt>
                <c:pt idx="48">
                  <c:v>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741F-47EE-A0AA-8A29A53AB7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696768177468036E-2"/>
          <c:y val="4.7340338872596928E-2"/>
          <c:w val="0.97283035999116585"/>
          <c:h val="0.868435856644371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AAE4-43D0-83A1-7EF53B7B846F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AAE4-43D0-83A1-7EF53B7B846F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DEB4-479B-AB50-88DD84BF011B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AAE4-43D0-83A1-7EF53B7B846F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AAE4-43D0-83A1-7EF53B7B846F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AAE4-43D0-83A1-7EF53B7B846F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AAE4-43D0-83A1-7EF53B7B846F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AAE4-43D0-83A1-7EF53B7B846F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AAE4-43D0-83A1-7EF53B7B846F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AAE4-43D0-83A1-7EF53B7B846F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AAE4-43D0-83A1-7EF53B7B846F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AAE4-43D0-83A1-7EF53B7B846F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AAE4-43D0-83A1-7EF53B7B846F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AAE4-43D0-83A1-7EF53B7B846F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F-DEB4-479B-AB50-88DD84BF011B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DEB4-479B-AB50-88DD84BF011B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AAE4-43D0-83A1-7EF53B7B846F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289F-4B4E-9C92-4C8412A77C2A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AE4-43D0-83A1-7EF53B7B846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AE4-43D0-83A1-7EF53B7B846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DEB4-479B-AB50-88DD84BF011B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AE4-43D0-83A1-7EF53B7B846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AE4-43D0-83A1-7EF53B7B846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AE4-43D0-83A1-7EF53B7B846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AE4-43D0-83A1-7EF53B7B846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AE4-43D0-83A1-7EF53B7B846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AE4-43D0-83A1-7EF53B7B846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AE4-43D0-83A1-7EF53B7B846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AE4-43D0-83A1-7EF53B7B846F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AAE4-43D0-83A1-7EF53B7B846F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AE4-43D0-83A1-7EF53B7B846F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AE4-43D0-83A1-7EF53B7B846F}"/>
                </c:ext>
              </c:extLst>
            </c:dLbl>
            <c:dLbl>
              <c:idx val="14"/>
              <c:layout>
                <c:manualLayout>
                  <c:x val="3.124999999999962E-3"/>
                  <c:y val="-2.5492303898108762E-17"/>
                </c:manualLayout>
              </c:layout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EB4-479B-AB50-88DD84BF011B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DEB4-479B-AB50-88DD84BF011B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AAE4-43D0-83A1-7EF53B7B846F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289F-4B4E-9C92-4C8412A77C2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24</c:v>
                </c:pt>
                <c:pt idx="1">
                  <c:v>26</c:v>
                </c:pt>
                <c:pt idx="2">
                  <c:v>17</c:v>
                </c:pt>
                <c:pt idx="3">
                  <c:v>16</c:v>
                </c:pt>
                <c:pt idx="4">
                  <c:v>21</c:v>
                </c:pt>
                <c:pt idx="5">
                  <c:v>20</c:v>
                </c:pt>
                <c:pt idx="6">
                  <c:v>19</c:v>
                </c:pt>
                <c:pt idx="7">
                  <c:v>23</c:v>
                </c:pt>
                <c:pt idx="8">
                  <c:v>27</c:v>
                </c:pt>
                <c:pt idx="9">
                  <c:v>29</c:v>
                </c:pt>
                <c:pt idx="10">
                  <c:v>25</c:v>
                </c:pt>
                <c:pt idx="11">
                  <c:v>26</c:v>
                </c:pt>
                <c:pt idx="12">
                  <c:v>34</c:v>
                </c:pt>
                <c:pt idx="13">
                  <c:v>27</c:v>
                </c:pt>
                <c:pt idx="14">
                  <c:v>19</c:v>
                </c:pt>
                <c:pt idx="15">
                  <c:v>32</c:v>
                </c:pt>
                <c:pt idx="16">
                  <c:v>42</c:v>
                </c:pt>
                <c:pt idx="1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DEB4-479B-AB50-88DD84BF0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DEB4-479B-AB50-88DD84BF011B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4217-4C2A-AC8C-01F7305CFCE7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A631-4B53-AE47-F95590B37BBC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2394-4AC2-AFE3-3A3889BA8A36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2-A339-4AD8-8EB8-974D6E8A03FB}"/>
              </c:ext>
            </c:extLst>
          </c:dPt>
          <c:dLbls>
            <c:dLbl>
              <c:idx val="3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A339-4AD8-8EB8-974D6E8A03F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35</c:v>
                </c:pt>
                <c:pt idx="19">
                  <c:v>41</c:v>
                </c:pt>
                <c:pt idx="20">
                  <c:v>30</c:v>
                </c:pt>
                <c:pt idx="21">
                  <c:v>29</c:v>
                </c:pt>
                <c:pt idx="22">
                  <c:v>30</c:v>
                </c:pt>
                <c:pt idx="23">
                  <c:v>40</c:v>
                </c:pt>
                <c:pt idx="24">
                  <c:v>28</c:v>
                </c:pt>
                <c:pt idx="25">
                  <c:v>24</c:v>
                </c:pt>
                <c:pt idx="26">
                  <c:v>24</c:v>
                </c:pt>
                <c:pt idx="27">
                  <c:v>27</c:v>
                </c:pt>
                <c:pt idx="28">
                  <c:v>18</c:v>
                </c:pt>
                <c:pt idx="29">
                  <c:v>23</c:v>
                </c:pt>
                <c:pt idx="30">
                  <c:v>23</c:v>
                </c:pt>
                <c:pt idx="31">
                  <c:v>21</c:v>
                </c:pt>
                <c:pt idx="32">
                  <c:v>23</c:v>
                </c:pt>
                <c:pt idx="33">
                  <c:v>24</c:v>
                </c:pt>
                <c:pt idx="34">
                  <c:v>24</c:v>
                </c:pt>
                <c:pt idx="35">
                  <c:v>24</c:v>
                </c:pt>
                <c:pt idx="36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DEB4-479B-AB50-88DD84BF01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35</c:v>
                </c:pt>
                <c:pt idx="19">
                  <c:v>35</c:v>
                </c:pt>
                <c:pt idx="20">
                  <c:v>35</c:v>
                </c:pt>
                <c:pt idx="21">
                  <c:v>35</c:v>
                </c:pt>
                <c:pt idx="22">
                  <c:v>35</c:v>
                </c:pt>
                <c:pt idx="23">
                  <c:v>35</c:v>
                </c:pt>
                <c:pt idx="24">
                  <c:v>35</c:v>
                </c:pt>
                <c:pt idx="25">
                  <c:v>35</c:v>
                </c:pt>
                <c:pt idx="26">
                  <c:v>35</c:v>
                </c:pt>
                <c:pt idx="27">
                  <c:v>35</c:v>
                </c:pt>
                <c:pt idx="28">
                  <c:v>35</c:v>
                </c:pt>
                <c:pt idx="29">
                  <c:v>35</c:v>
                </c:pt>
                <c:pt idx="30">
                  <c:v>35</c:v>
                </c:pt>
                <c:pt idx="31">
                  <c:v>35</c:v>
                </c:pt>
                <c:pt idx="32">
                  <c:v>35</c:v>
                </c:pt>
                <c:pt idx="33">
                  <c:v>35</c:v>
                </c:pt>
                <c:pt idx="34">
                  <c:v>35</c:v>
                </c:pt>
                <c:pt idx="35">
                  <c:v>35</c:v>
                </c:pt>
                <c:pt idx="36">
                  <c:v>35</c:v>
                </c:pt>
                <c:pt idx="37">
                  <c:v>35</c:v>
                </c:pt>
                <c:pt idx="38">
                  <c:v>35</c:v>
                </c:pt>
                <c:pt idx="39">
                  <c:v>35</c:v>
                </c:pt>
                <c:pt idx="40">
                  <c:v>35</c:v>
                </c:pt>
                <c:pt idx="41">
                  <c:v>35</c:v>
                </c:pt>
                <c:pt idx="42">
                  <c:v>35</c:v>
                </c:pt>
                <c:pt idx="43">
                  <c:v>35</c:v>
                </c:pt>
                <c:pt idx="44">
                  <c:v>35</c:v>
                </c:pt>
                <c:pt idx="45">
                  <c:v>35</c:v>
                </c:pt>
                <c:pt idx="46">
                  <c:v>35</c:v>
                </c:pt>
                <c:pt idx="47">
                  <c:v>35</c:v>
                </c:pt>
                <c:pt idx="48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DEB4-479B-AB50-88DD84BF011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35</c:v>
                </c:pt>
                <c:pt idx="19">
                  <c:v>35</c:v>
                </c:pt>
                <c:pt idx="20">
                  <c:v>35</c:v>
                </c:pt>
                <c:pt idx="21">
                  <c:v>35</c:v>
                </c:pt>
                <c:pt idx="22">
                  <c:v>35</c:v>
                </c:pt>
                <c:pt idx="23">
                  <c:v>35</c:v>
                </c:pt>
                <c:pt idx="24">
                  <c:v>35</c:v>
                </c:pt>
                <c:pt idx="25">
                  <c:v>35</c:v>
                </c:pt>
                <c:pt idx="26">
                  <c:v>35</c:v>
                </c:pt>
                <c:pt idx="27">
                  <c:v>35</c:v>
                </c:pt>
                <c:pt idx="28">
                  <c:v>35</c:v>
                </c:pt>
                <c:pt idx="29">
                  <c:v>35</c:v>
                </c:pt>
                <c:pt idx="30">
                  <c:v>35</c:v>
                </c:pt>
                <c:pt idx="31">
                  <c:v>35</c:v>
                </c:pt>
                <c:pt idx="32">
                  <c:v>35</c:v>
                </c:pt>
                <c:pt idx="33">
                  <c:v>35</c:v>
                </c:pt>
                <c:pt idx="34">
                  <c:v>35</c:v>
                </c:pt>
                <c:pt idx="35">
                  <c:v>35</c:v>
                </c:pt>
                <c:pt idx="36">
                  <c:v>35</c:v>
                </c:pt>
                <c:pt idx="37">
                  <c:v>35</c:v>
                </c:pt>
                <c:pt idx="38">
                  <c:v>35</c:v>
                </c:pt>
                <c:pt idx="39">
                  <c:v>35</c:v>
                </c:pt>
                <c:pt idx="40">
                  <c:v>35</c:v>
                </c:pt>
                <c:pt idx="41">
                  <c:v>35</c:v>
                </c:pt>
                <c:pt idx="42">
                  <c:v>35</c:v>
                </c:pt>
                <c:pt idx="43">
                  <c:v>35</c:v>
                </c:pt>
                <c:pt idx="44">
                  <c:v>35</c:v>
                </c:pt>
                <c:pt idx="45">
                  <c:v>35</c:v>
                </c:pt>
                <c:pt idx="46">
                  <c:v>35</c:v>
                </c:pt>
                <c:pt idx="47">
                  <c:v>35</c:v>
                </c:pt>
                <c:pt idx="48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DEB4-479B-AB50-88DD84BF0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620160761154855E-2"/>
          <c:y val="0"/>
          <c:w val="0.96971809383202101"/>
          <c:h val="0.910323218526892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38EB-4577-860F-15942953E533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38EB-4577-860F-15942953E533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D7E2-47CE-AF23-1946A7814725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38EB-4577-860F-15942953E533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38EB-4577-860F-15942953E533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38EB-4577-860F-15942953E533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38EB-4577-860F-15942953E533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38EB-4577-860F-15942953E533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38EB-4577-860F-15942953E533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38EB-4577-860F-15942953E533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38EB-4577-860F-15942953E533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38EB-4577-860F-15942953E533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38EB-4577-860F-15942953E533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38EB-4577-860F-15942953E533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38EB-4577-860F-15942953E533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D7E2-47CE-AF23-1946A7814725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38EB-4577-860F-15942953E533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4316-4031-8D77-3D9DDBD6122E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EB-4577-860F-15942953E533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EB-4577-860F-15942953E533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6538129231380711E-2"/>
                      <c:h val="7.02813548166482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7E2-47CE-AF23-1946A7814725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8EB-4577-860F-15942953E533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8EB-4577-860F-15942953E533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8EB-4577-860F-15942953E533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8EB-4577-860F-15942953E533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8EB-4577-860F-15942953E533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8EB-4577-860F-15942953E533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8EB-4577-860F-15942953E533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8EB-4577-860F-15942953E533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8EB-4577-860F-15942953E533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8EB-4577-860F-15942953E533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8EB-4577-860F-15942953E533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8EB-4577-860F-15942953E533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D7E2-47CE-AF23-1946A7814725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8EB-4577-860F-15942953E533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4316-4031-8D77-3D9DDBD6122E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7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7</c:v>
                </c:pt>
                <c:pt idx="5">
                  <c:v>11</c:v>
                </c:pt>
                <c:pt idx="6">
                  <c:v>10</c:v>
                </c:pt>
                <c:pt idx="7">
                  <c:v>10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13</c:v>
                </c:pt>
                <c:pt idx="12">
                  <c:v>17</c:v>
                </c:pt>
                <c:pt idx="13">
                  <c:v>18</c:v>
                </c:pt>
                <c:pt idx="14">
                  <c:v>10</c:v>
                </c:pt>
                <c:pt idx="15">
                  <c:v>13</c:v>
                </c:pt>
                <c:pt idx="16">
                  <c:v>12</c:v>
                </c:pt>
                <c:pt idx="17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F-D7E2-47CE-AF23-1946A7814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105346176"/>
        <c:axId val="10534771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3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F-EF1C-4861-A439-D091CBE22D9F}"/>
              </c:ext>
            </c:extLst>
          </c:dPt>
          <c:dPt>
            <c:idx val="3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1-61DF-4C26-92BD-3EF9BC7E3794}"/>
              </c:ext>
            </c:extLst>
          </c:dPt>
          <c:dPt>
            <c:idx val="39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3-056D-4B09-8B2D-59EBD33059CD}"/>
              </c:ext>
            </c:extLst>
          </c:dPt>
          <c:dPt>
            <c:idx val="40"/>
            <c:bubble3D val="0"/>
            <c:extLst>
              <c:ext xmlns:c16="http://schemas.microsoft.com/office/drawing/2014/chart" uri="{C3380CC4-5D6E-409C-BE32-E72D297353CC}">
                <c16:uniqueId val="{00000025-6640-4717-B8AF-E72A2259037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11</c:v>
                </c:pt>
                <c:pt idx="19">
                  <c:v>3</c:v>
                </c:pt>
                <c:pt idx="20">
                  <c:v>15</c:v>
                </c:pt>
                <c:pt idx="21">
                  <c:v>15</c:v>
                </c:pt>
                <c:pt idx="22">
                  <c:v>14</c:v>
                </c:pt>
                <c:pt idx="23">
                  <c:v>5</c:v>
                </c:pt>
                <c:pt idx="24">
                  <c:v>15</c:v>
                </c:pt>
                <c:pt idx="25">
                  <c:v>15</c:v>
                </c:pt>
                <c:pt idx="26">
                  <c:v>14</c:v>
                </c:pt>
                <c:pt idx="27">
                  <c:v>15</c:v>
                </c:pt>
                <c:pt idx="28">
                  <c:v>16</c:v>
                </c:pt>
                <c:pt idx="29">
                  <c:v>13</c:v>
                </c:pt>
                <c:pt idx="30">
                  <c:v>14</c:v>
                </c:pt>
                <c:pt idx="31">
                  <c:v>16</c:v>
                </c:pt>
                <c:pt idx="32">
                  <c:v>15</c:v>
                </c:pt>
                <c:pt idx="33">
                  <c:v>14</c:v>
                </c:pt>
                <c:pt idx="34">
                  <c:v>15</c:v>
                </c:pt>
                <c:pt idx="35">
                  <c:v>15</c:v>
                </c:pt>
                <c:pt idx="36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7-D7E2-47CE-AF23-1946A78147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14</c:v>
                </c:pt>
                <c:pt idx="19">
                  <c:v>14</c:v>
                </c:pt>
                <c:pt idx="20">
                  <c:v>14</c:v>
                </c:pt>
                <c:pt idx="21">
                  <c:v>14</c:v>
                </c:pt>
                <c:pt idx="22">
                  <c:v>14</c:v>
                </c:pt>
                <c:pt idx="23">
                  <c:v>14</c:v>
                </c:pt>
                <c:pt idx="24">
                  <c:v>14</c:v>
                </c:pt>
                <c:pt idx="25">
                  <c:v>14</c:v>
                </c:pt>
                <c:pt idx="26">
                  <c:v>14</c:v>
                </c:pt>
                <c:pt idx="27">
                  <c:v>14</c:v>
                </c:pt>
                <c:pt idx="28">
                  <c:v>14</c:v>
                </c:pt>
                <c:pt idx="29">
                  <c:v>14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14</c:v>
                </c:pt>
                <c:pt idx="46">
                  <c:v>14</c:v>
                </c:pt>
                <c:pt idx="47">
                  <c:v>14</c:v>
                </c:pt>
                <c:pt idx="48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8-D7E2-47CE-AF23-1946A781472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14</c:v>
                </c:pt>
                <c:pt idx="19">
                  <c:v>14</c:v>
                </c:pt>
                <c:pt idx="20">
                  <c:v>14</c:v>
                </c:pt>
                <c:pt idx="21">
                  <c:v>14</c:v>
                </c:pt>
                <c:pt idx="22">
                  <c:v>14</c:v>
                </c:pt>
                <c:pt idx="23">
                  <c:v>14</c:v>
                </c:pt>
                <c:pt idx="24">
                  <c:v>14</c:v>
                </c:pt>
                <c:pt idx="25">
                  <c:v>14</c:v>
                </c:pt>
                <c:pt idx="26">
                  <c:v>14</c:v>
                </c:pt>
                <c:pt idx="27">
                  <c:v>14</c:v>
                </c:pt>
                <c:pt idx="28">
                  <c:v>14</c:v>
                </c:pt>
                <c:pt idx="29">
                  <c:v>14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14</c:v>
                </c:pt>
                <c:pt idx="46">
                  <c:v>14</c:v>
                </c:pt>
                <c:pt idx="47">
                  <c:v>14</c:v>
                </c:pt>
                <c:pt idx="48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9-D7E2-47CE-AF23-1946A7814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46176"/>
        <c:axId val="105347712"/>
      </c:lineChart>
      <c:catAx>
        <c:axId val="1053461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105347712"/>
        <c:crosses val="autoZero"/>
        <c:auto val="1"/>
        <c:lblAlgn val="ctr"/>
        <c:lblOffset val="100"/>
        <c:noMultiLvlLbl val="0"/>
      </c:catAx>
      <c:valAx>
        <c:axId val="10534771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105346176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8432496719160105E-2"/>
          <c:y val="1.6867435188465934E-2"/>
          <c:w val="0.96767732939632545"/>
          <c:h val="0.886568225533473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6F3E-45BE-98AC-CB0F25CBC37B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6F3E-45BE-98AC-CB0F25CBC37B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774A-4DE8-B5C3-B3D0DB9702A7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6F3E-45BE-98AC-CB0F25CBC37B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6F3E-45BE-98AC-CB0F25CBC37B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6F3E-45BE-98AC-CB0F25CBC37B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6F3E-45BE-98AC-CB0F25CBC37B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6F3E-45BE-98AC-CB0F25CBC37B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6F3E-45BE-98AC-CB0F25CBC37B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6F3E-45BE-98AC-CB0F25CBC37B}"/>
              </c:ext>
            </c:extLst>
          </c:dPt>
          <c:dPt>
            <c:idx val="1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5-6F3E-45BE-98AC-CB0F25CBC37B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6F3E-45BE-98AC-CB0F25CBC37B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6F3E-45BE-98AC-CB0F25CBC37B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6F3E-45BE-98AC-CB0F25CBC37B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6F3E-45BE-98AC-CB0F25CBC37B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E-D16C-4E86-BEAF-90D1FC485C82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6F3E-45BE-98AC-CB0F25CBC37B}"/>
              </c:ext>
            </c:extLst>
          </c:dPt>
          <c:dPt>
            <c:idx val="1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3-6F3E-45BE-98AC-CB0F25CBC37B}"/>
              </c:ext>
            </c:extLst>
          </c:dPt>
          <c:dPt>
            <c:idx val="18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5-D62A-468C-B834-11DA6C680DE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3E-45BE-98AC-CB0F25CBC37B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3E-45BE-98AC-CB0F25CBC37B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74A-4DE8-B5C3-B3D0DB9702A7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F3E-45BE-98AC-CB0F25CBC37B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F3E-45BE-98AC-CB0F25CBC37B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F3E-45BE-98AC-CB0F25CBC37B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F3E-45BE-98AC-CB0F25CBC37B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F3E-45BE-98AC-CB0F25CBC37B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F3E-45BE-98AC-CB0F25CBC37B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F3E-45BE-98AC-CB0F25CBC37B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F3E-45BE-98AC-CB0F25CBC37B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F3E-45BE-98AC-CB0F25CBC37B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F3E-45BE-98AC-CB0F25CBC37B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F3E-45BE-98AC-CB0F25CBC37B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F3E-45BE-98AC-CB0F25CBC37B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E-D16C-4E86-BEAF-90D1FC485C8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F3E-45BE-98AC-CB0F25CBC37B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F3E-45BE-98AC-CB0F25CBC37B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D62A-468C-B834-11DA6C680D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49</c:v>
                </c:pt>
                <c:pt idx="1">
                  <c:v>62</c:v>
                </c:pt>
                <c:pt idx="2">
                  <c:v>47</c:v>
                </c:pt>
                <c:pt idx="3">
                  <c:v>51</c:v>
                </c:pt>
                <c:pt idx="4">
                  <c:v>76</c:v>
                </c:pt>
                <c:pt idx="5">
                  <c:v>78</c:v>
                </c:pt>
                <c:pt idx="6">
                  <c:v>78</c:v>
                </c:pt>
                <c:pt idx="7">
                  <c:v>86</c:v>
                </c:pt>
                <c:pt idx="8">
                  <c:v>79</c:v>
                </c:pt>
                <c:pt idx="9">
                  <c:v>74</c:v>
                </c:pt>
                <c:pt idx="10">
                  <c:v>72</c:v>
                </c:pt>
                <c:pt idx="11">
                  <c:v>44</c:v>
                </c:pt>
                <c:pt idx="12">
                  <c:v>82</c:v>
                </c:pt>
                <c:pt idx="13">
                  <c:v>76</c:v>
                </c:pt>
                <c:pt idx="14">
                  <c:v>76</c:v>
                </c:pt>
                <c:pt idx="15">
                  <c:v>46</c:v>
                </c:pt>
                <c:pt idx="16">
                  <c:v>78</c:v>
                </c:pt>
                <c:pt idx="17">
                  <c:v>99</c:v>
                </c:pt>
                <c:pt idx="18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774A-4DE8-B5C3-B3D0DB9702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D-D16C-4E86-BEAF-90D1FC485C8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Sheet1!$C$2:$C$51</c:f>
              <c:numCache>
                <c:formatCode>General</c:formatCode>
                <c:ptCount val="50"/>
                <c:pt idx="19">
                  <c:v>93</c:v>
                </c:pt>
                <c:pt idx="20">
                  <c:v>107</c:v>
                </c:pt>
                <c:pt idx="21">
                  <c:v>103</c:v>
                </c:pt>
                <c:pt idx="22">
                  <c:v>98</c:v>
                </c:pt>
                <c:pt idx="23">
                  <c:v>91</c:v>
                </c:pt>
                <c:pt idx="24">
                  <c:v>28</c:v>
                </c:pt>
                <c:pt idx="25">
                  <c:v>95</c:v>
                </c:pt>
                <c:pt idx="26">
                  <c:v>91</c:v>
                </c:pt>
                <c:pt idx="27">
                  <c:v>84</c:v>
                </c:pt>
                <c:pt idx="28">
                  <c:v>82</c:v>
                </c:pt>
                <c:pt idx="29">
                  <c:v>76</c:v>
                </c:pt>
                <c:pt idx="30">
                  <c:v>85</c:v>
                </c:pt>
                <c:pt idx="31">
                  <c:v>72</c:v>
                </c:pt>
                <c:pt idx="32">
                  <c:v>88</c:v>
                </c:pt>
                <c:pt idx="33">
                  <c:v>103</c:v>
                </c:pt>
                <c:pt idx="34">
                  <c:v>78</c:v>
                </c:pt>
                <c:pt idx="35">
                  <c:v>85</c:v>
                </c:pt>
                <c:pt idx="36">
                  <c:v>99</c:v>
                </c:pt>
                <c:pt idx="37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774A-4DE8-B5C3-B3D0DB9702A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Sheet1!$D$2:$D$51</c:f>
              <c:numCache>
                <c:formatCode>General</c:formatCode>
                <c:ptCount val="50"/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774A-4DE8-B5C3-B3D0DB9702A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Sheet1!$E$2:$E$51</c:f>
              <c:numCache>
                <c:formatCode>General</c:formatCode>
                <c:ptCount val="50"/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774A-4DE8-B5C3-B3D0DB9702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Hoja1!$B$2:$B$19</c:f>
              <c:numCache>
                <c:formatCode>General</c:formatCode>
                <c:ptCount val="18"/>
                <c:pt idx="0">
                  <c:v>31.297456499999999</c:v>
                </c:pt>
                <c:pt idx="1">
                  <c:v>32.648372000000002</c:v>
                </c:pt>
                <c:pt idx="2">
                  <c:v>33.265025899999998</c:v>
                </c:pt>
                <c:pt idx="3">
                  <c:v>33.967698300000002</c:v>
                </c:pt>
                <c:pt idx="4">
                  <c:v>31.198464699999999</c:v>
                </c:pt>
                <c:pt idx="5">
                  <c:v>31.734056299999999</c:v>
                </c:pt>
                <c:pt idx="6">
                  <c:v>31.337650499999999</c:v>
                </c:pt>
                <c:pt idx="7">
                  <c:v>31.825077</c:v>
                </c:pt>
                <c:pt idx="8">
                  <c:v>31.9965908</c:v>
                </c:pt>
                <c:pt idx="9">
                  <c:v>34.9884846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Hoja1!$C$2:$C$19</c:f>
              <c:numCache>
                <c:formatCode>General</c:formatCode>
                <c:ptCount val="18"/>
                <c:pt idx="0">
                  <c:v>17.694588700000001</c:v>
                </c:pt>
                <c:pt idx="1">
                  <c:v>15.7100781</c:v>
                </c:pt>
                <c:pt idx="2">
                  <c:v>13.5696104</c:v>
                </c:pt>
                <c:pt idx="3">
                  <c:v>12.679575699999999</c:v>
                </c:pt>
                <c:pt idx="4">
                  <c:v>11.965312300000001</c:v>
                </c:pt>
                <c:pt idx="5">
                  <c:v>11.1549917</c:v>
                </c:pt>
                <c:pt idx="6">
                  <c:v>10.4271692</c:v>
                </c:pt>
                <c:pt idx="7">
                  <c:v>11.5157232</c:v>
                </c:pt>
                <c:pt idx="8">
                  <c:v>13.3605558</c:v>
                </c:pt>
                <c:pt idx="9">
                  <c:v>14.9608615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Turbosina</c:v>
                </c:pt>
              </c:strCache>
            </c:strRef>
          </c:tx>
          <c:spPr>
            <a:solidFill>
              <a:srgbClr val="B7903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1.68916110540298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AA-417B-8517-6BE3D148E54D}"/>
                </c:ext>
              </c:extLst>
            </c:dLbl>
            <c:dLbl>
              <c:idx val="1"/>
              <c:layout>
                <c:manualLayout>
                  <c:x val="-1.909700161202999E-17"/>
                  <c:y val="-1.68916110540299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AA-417B-8517-6BE3D148E54D}"/>
                </c:ext>
              </c:extLst>
            </c:dLbl>
            <c:dLbl>
              <c:idx val="5"/>
              <c:layout>
                <c:manualLayout>
                  <c:x val="-1.0416666666666667E-3"/>
                  <c:y val="-1.68916110540298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AA-417B-8517-6BE3D148E54D}"/>
                </c:ext>
              </c:extLst>
            </c:dLbl>
            <c:dLbl>
              <c:idx val="6"/>
              <c:layout>
                <c:manualLayout>
                  <c:x val="0"/>
                  <c:y val="-1.40763425450248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0AA-417B-8517-6BE3D148E54D}"/>
                </c:ext>
              </c:extLst>
            </c:dLbl>
            <c:dLbl>
              <c:idx val="7"/>
              <c:layout>
                <c:manualLayout>
                  <c:x val="1.04166666666666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AA-417B-8517-6BE3D148E54D}"/>
                </c:ext>
              </c:extLst>
            </c:dLbl>
            <c:dLbl>
              <c:idx val="9"/>
              <c:layout>
                <c:manualLayout>
                  <c:x val="-7.638800644811996E-17"/>
                  <c:y val="-1.40763425450249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0AA-417B-8517-6BE3D148E54D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Hoja1!$D$2:$D$19</c:f>
              <c:numCache>
                <c:formatCode>General</c:formatCode>
                <c:ptCount val="18"/>
                <c:pt idx="0">
                  <c:v>4.8207832899999996</c:v>
                </c:pt>
                <c:pt idx="1">
                  <c:v>6.2970916499999996</c:v>
                </c:pt>
                <c:pt idx="2">
                  <c:v>6.5340289699999996</c:v>
                </c:pt>
                <c:pt idx="3">
                  <c:v>4.5400065400000003</c:v>
                </c:pt>
                <c:pt idx="4">
                  <c:v>4.5956661099999998</c:v>
                </c:pt>
                <c:pt idx="5">
                  <c:v>6.0815279599999998</c:v>
                </c:pt>
                <c:pt idx="6">
                  <c:v>5.76258187</c:v>
                </c:pt>
                <c:pt idx="7">
                  <c:v>5.1322019799999996</c:v>
                </c:pt>
                <c:pt idx="8">
                  <c:v>5.84906054</c:v>
                </c:pt>
                <c:pt idx="9">
                  <c:v>6.9324913300000004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Hoja1!$E$2:$E$19</c:f>
              <c:numCache>
                <c:formatCode>General</c:formatCode>
                <c:ptCount val="18"/>
                <c:pt idx="0">
                  <c:v>53.812828490000001</c:v>
                </c:pt>
                <c:pt idx="1">
                  <c:v>54.655541749999998</c:v>
                </c:pt>
                <c:pt idx="2">
                  <c:v>53.368665270000001</c:v>
                </c:pt>
                <c:pt idx="3">
                  <c:v>51.187280540000003</c:v>
                </c:pt>
                <c:pt idx="4">
                  <c:v>47.759443109999992</c:v>
                </c:pt>
                <c:pt idx="5">
                  <c:v>48.970575960000005</c:v>
                </c:pt>
                <c:pt idx="6">
                  <c:v>47.527401569999995</c:v>
                </c:pt>
                <c:pt idx="7">
                  <c:v>48.473002180000002</c:v>
                </c:pt>
                <c:pt idx="8">
                  <c:v>51.206207140000004</c:v>
                </c:pt>
                <c:pt idx="9">
                  <c:v>56.881837429999997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BBF-4EC4-8C19-604958AA2EAC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Columna2</c:v>
                </c:pt>
              </c:strCache>
            </c:strRef>
          </c:tx>
          <c:spPr>
            <a:ln w="28575" cap="rnd">
              <a:solidFill>
                <a:srgbClr val="245C4F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Hoja1!$F$2:$F$19</c:f>
              <c:numCache>
                <c:formatCode>General</c:formatCode>
                <c:ptCount val="18"/>
                <c:pt idx="10">
                  <c:v>36.251085799999998</c:v>
                </c:pt>
                <c:pt idx="11">
                  <c:v>33.6132901</c:v>
                </c:pt>
                <c:pt idx="12">
                  <c:v>30.339849699999998</c:v>
                </c:pt>
                <c:pt idx="13">
                  <c:v>43.304124199999997</c:v>
                </c:pt>
                <c:pt idx="14">
                  <c:v>41.522980099999998</c:v>
                </c:pt>
                <c:pt idx="15">
                  <c:v>32.810854300000003</c:v>
                </c:pt>
                <c:pt idx="16">
                  <c:v>37.051326600000003</c:v>
                </c:pt>
                <c:pt idx="17">
                  <c:v>36.000629400000001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30-4A79-8794-3C86FA6918CF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Columna3</c:v>
                </c:pt>
              </c:strCache>
            </c:strRef>
          </c:tx>
          <c:spPr>
            <a:ln w="28575" cap="rnd">
              <a:solidFill>
                <a:srgbClr val="691932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Hoja1!$G$2:$G$19</c:f>
              <c:numCache>
                <c:formatCode>General</c:formatCode>
                <c:ptCount val="18"/>
                <c:pt idx="10">
                  <c:v>18.167861899999998</c:v>
                </c:pt>
                <c:pt idx="11">
                  <c:v>12.7484986</c:v>
                </c:pt>
                <c:pt idx="12">
                  <c:v>16.852284699999998</c:v>
                </c:pt>
                <c:pt idx="13">
                  <c:v>13.1617385</c:v>
                </c:pt>
                <c:pt idx="14">
                  <c:v>14.2638517</c:v>
                </c:pt>
                <c:pt idx="15">
                  <c:v>15.765575200000001</c:v>
                </c:pt>
                <c:pt idx="16">
                  <c:v>16.990884999999999</c:v>
                </c:pt>
                <c:pt idx="17">
                  <c:v>12.2211646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30-4A79-8794-3C86FA6918CF}"/>
            </c:ext>
          </c:extLst>
        </c:ser>
        <c:ser>
          <c:idx val="6"/>
          <c:order val="6"/>
          <c:tx>
            <c:strRef>
              <c:f>Hoja1!$H$1</c:f>
              <c:strCache>
                <c:ptCount val="1"/>
                <c:pt idx="0">
                  <c:v>Columna4</c:v>
                </c:pt>
              </c:strCache>
            </c:strRef>
          </c:tx>
          <c:spPr>
            <a:ln w="28575" cap="rnd">
              <a:solidFill>
                <a:srgbClr val="B7903D"/>
              </a:solidFill>
              <a:round/>
            </a:ln>
            <a:effectLst/>
          </c:spPr>
          <c:marker>
            <c:symbol val="none"/>
          </c:marker>
          <c:dLbls>
            <c:dLbl>
              <c:idx val="14"/>
              <c:layout>
                <c:manualLayout>
                  <c:x val="-1.7195374015748031E-2"/>
                  <c:y val="2.49785252648180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C9C-4331-9B62-01524A28E732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Hoja1!$H$2:$H$19</c:f>
              <c:numCache>
                <c:formatCode>General</c:formatCode>
                <c:ptCount val="18"/>
                <c:pt idx="10">
                  <c:v>9.8884515799999999</c:v>
                </c:pt>
                <c:pt idx="11">
                  <c:v>6.2429601799999999</c:v>
                </c:pt>
                <c:pt idx="12">
                  <c:v>8.2198942899999992</c:v>
                </c:pt>
                <c:pt idx="13">
                  <c:v>8.7016809199999994</c:v>
                </c:pt>
                <c:pt idx="14">
                  <c:v>7.9696707099999999</c:v>
                </c:pt>
                <c:pt idx="15">
                  <c:v>6.2951273600000004</c:v>
                </c:pt>
                <c:pt idx="16">
                  <c:v>4.9560415999999998</c:v>
                </c:pt>
                <c:pt idx="17">
                  <c:v>5.2729803200000003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30-4A79-8794-3C86FA6918CF}"/>
            </c:ext>
          </c:extLst>
        </c:ser>
        <c:ser>
          <c:idx val="7"/>
          <c:order val="7"/>
          <c:tx>
            <c:strRef>
              <c:f>Hoja1!$I$1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solidFill>
                <a:srgbClr val="1E5B4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E5B4F"/>
              </a:solidFill>
              <a:ln w="9525">
                <a:solidFill>
                  <a:srgbClr val="1E5B4F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1.9371448100534937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0CA-425E-B175-8F4818615748}"/>
                </c:ext>
              </c:extLst>
            </c:dLbl>
            <c:dLbl>
              <c:idx val="11"/>
              <c:layout>
                <c:manualLayout>
                  <c:x val="-1.3673963365083594E-2"/>
                  <c:y val="-3.2080148473448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CA-425E-B175-8F4818615748}"/>
                </c:ext>
              </c:extLst>
            </c:dLbl>
            <c:dLbl>
              <c:idx val="12"/>
              <c:layout>
                <c:manualLayout>
                  <c:x val="-1.7092454206354284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0CA-425E-B175-8F4818615748}"/>
                </c:ext>
              </c:extLst>
            </c:dLbl>
            <c:dLbl>
              <c:idx val="13"/>
              <c:layout>
                <c:manualLayout>
                  <c:x val="-1.2534466417993141E-2"/>
                  <c:y val="-3.20801484734488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0CA-425E-B175-8F481861574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Hoja1!$I$2:$I$19</c:f>
              <c:numCache>
                <c:formatCode>General</c:formatCode>
                <c:ptCount val="18"/>
                <c:pt idx="10">
                  <c:v>64.307399279999998</c:v>
                </c:pt>
                <c:pt idx="11">
                  <c:v>52.604748879999995</c:v>
                </c:pt>
                <c:pt idx="12">
                  <c:v>55.41202869</c:v>
                </c:pt>
                <c:pt idx="13">
                  <c:v>65.167543619999989</c:v>
                </c:pt>
                <c:pt idx="14">
                  <c:v>63.756502510000004</c:v>
                </c:pt>
                <c:pt idx="15">
                  <c:v>54.871556860000005</c:v>
                </c:pt>
                <c:pt idx="16">
                  <c:v>58.998253200000001</c:v>
                </c:pt>
                <c:pt idx="17">
                  <c:v>53.494774320000005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430-4A79-8794-3C86FA691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747088254593176E-2"/>
          <c:y val="1.3564325106724024E-2"/>
          <c:w val="0.96860449475065613"/>
          <c:h val="0.900856748385316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4F69-4070-B628-6E94033AD7B7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4F69-4070-B628-6E94033AD7B7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3E6C-49CE-800A-66095D66FE94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4F69-4070-B628-6E94033AD7B7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4F69-4070-B628-6E94033AD7B7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4F69-4070-B628-6E94033AD7B7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4F69-4070-B628-6E94033AD7B7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4F69-4070-B628-6E94033AD7B7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4F69-4070-B628-6E94033AD7B7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4F69-4070-B628-6E94033AD7B7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4F69-4070-B628-6E94033AD7B7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4F69-4070-B628-6E94033AD7B7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4F69-4070-B628-6E94033AD7B7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4F69-4070-B628-6E94033AD7B7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4F69-4070-B628-6E94033AD7B7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F-3E6C-49CE-800A-66095D66FE94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4F69-4070-B628-6E94033AD7B7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117E-4BB2-ABED-4346E43D7539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F69-4070-B628-6E94033AD7B7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F69-4070-B628-6E94033AD7B7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3E6C-49CE-800A-66095D66FE94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F69-4070-B628-6E94033AD7B7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F69-4070-B628-6E94033AD7B7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F69-4070-B628-6E94033AD7B7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F69-4070-B628-6E94033AD7B7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F69-4070-B628-6E94033AD7B7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F69-4070-B628-6E94033AD7B7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F69-4070-B628-6E94033AD7B7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F69-4070-B628-6E94033AD7B7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F69-4070-B628-6E94033AD7B7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F69-4070-B628-6E94033AD7B7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F69-4070-B628-6E94033AD7B7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F69-4070-B628-6E94033AD7B7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3E6C-49CE-800A-66095D66FE94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4F69-4070-B628-6E94033AD7B7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117E-4BB2-ABED-4346E43D75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215</c:v>
                </c:pt>
                <c:pt idx="1">
                  <c:v>142</c:v>
                </c:pt>
                <c:pt idx="2">
                  <c:v>121</c:v>
                </c:pt>
                <c:pt idx="3">
                  <c:v>98</c:v>
                </c:pt>
                <c:pt idx="4">
                  <c:v>141</c:v>
                </c:pt>
                <c:pt idx="5">
                  <c:v>180</c:v>
                </c:pt>
                <c:pt idx="6">
                  <c:v>191</c:v>
                </c:pt>
                <c:pt idx="7">
                  <c:v>176</c:v>
                </c:pt>
                <c:pt idx="8">
                  <c:v>212</c:v>
                </c:pt>
                <c:pt idx="9">
                  <c:v>238</c:v>
                </c:pt>
                <c:pt idx="10">
                  <c:v>222</c:v>
                </c:pt>
                <c:pt idx="11">
                  <c:v>252</c:v>
                </c:pt>
                <c:pt idx="12">
                  <c:v>250</c:v>
                </c:pt>
                <c:pt idx="13">
                  <c:v>263</c:v>
                </c:pt>
                <c:pt idx="14">
                  <c:v>257</c:v>
                </c:pt>
                <c:pt idx="15">
                  <c:v>243</c:v>
                </c:pt>
                <c:pt idx="16">
                  <c:v>204</c:v>
                </c:pt>
                <c:pt idx="17">
                  <c:v>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3E6C-49CE-800A-66095D66FE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2-FAB1-445D-89CD-EA0745BBE9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225</c:v>
                </c:pt>
                <c:pt idx="19">
                  <c:v>226</c:v>
                </c:pt>
                <c:pt idx="20">
                  <c:v>227</c:v>
                </c:pt>
                <c:pt idx="21">
                  <c:v>226</c:v>
                </c:pt>
                <c:pt idx="22">
                  <c:v>235</c:v>
                </c:pt>
                <c:pt idx="23">
                  <c:v>239</c:v>
                </c:pt>
                <c:pt idx="24">
                  <c:v>232</c:v>
                </c:pt>
                <c:pt idx="25">
                  <c:v>242</c:v>
                </c:pt>
                <c:pt idx="26">
                  <c:v>247</c:v>
                </c:pt>
                <c:pt idx="27">
                  <c:v>202</c:v>
                </c:pt>
                <c:pt idx="28">
                  <c:v>247</c:v>
                </c:pt>
                <c:pt idx="29">
                  <c:v>251</c:v>
                </c:pt>
                <c:pt idx="30">
                  <c:v>245</c:v>
                </c:pt>
                <c:pt idx="31">
                  <c:v>160</c:v>
                </c:pt>
                <c:pt idx="32">
                  <c:v>132</c:v>
                </c:pt>
                <c:pt idx="33">
                  <c:v>141</c:v>
                </c:pt>
                <c:pt idx="34">
                  <c:v>146</c:v>
                </c:pt>
                <c:pt idx="35">
                  <c:v>147</c:v>
                </c:pt>
                <c:pt idx="36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F-3E6C-49CE-800A-66095D66FE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230</c:v>
                </c:pt>
                <c:pt idx="19">
                  <c:v>230</c:v>
                </c:pt>
                <c:pt idx="20">
                  <c:v>230</c:v>
                </c:pt>
                <c:pt idx="21">
                  <c:v>230</c:v>
                </c:pt>
                <c:pt idx="22">
                  <c:v>230</c:v>
                </c:pt>
                <c:pt idx="23">
                  <c:v>230</c:v>
                </c:pt>
                <c:pt idx="24">
                  <c:v>230</c:v>
                </c:pt>
                <c:pt idx="25">
                  <c:v>230</c:v>
                </c:pt>
                <c:pt idx="26">
                  <c:v>226</c:v>
                </c:pt>
                <c:pt idx="27">
                  <c:v>140</c:v>
                </c:pt>
                <c:pt idx="28">
                  <c:v>140</c:v>
                </c:pt>
                <c:pt idx="29">
                  <c:v>140</c:v>
                </c:pt>
                <c:pt idx="30">
                  <c:v>140</c:v>
                </c:pt>
                <c:pt idx="31">
                  <c:v>140</c:v>
                </c:pt>
                <c:pt idx="32">
                  <c:v>140</c:v>
                </c:pt>
                <c:pt idx="33">
                  <c:v>140</c:v>
                </c:pt>
                <c:pt idx="34">
                  <c:v>140</c:v>
                </c:pt>
                <c:pt idx="35">
                  <c:v>140</c:v>
                </c:pt>
                <c:pt idx="36">
                  <c:v>140</c:v>
                </c:pt>
                <c:pt idx="37">
                  <c:v>140</c:v>
                </c:pt>
                <c:pt idx="38">
                  <c:v>140</c:v>
                </c:pt>
                <c:pt idx="39">
                  <c:v>140</c:v>
                </c:pt>
                <c:pt idx="40">
                  <c:v>140</c:v>
                </c:pt>
                <c:pt idx="41">
                  <c:v>140</c:v>
                </c:pt>
                <c:pt idx="42">
                  <c:v>140</c:v>
                </c:pt>
                <c:pt idx="43">
                  <c:v>140</c:v>
                </c:pt>
                <c:pt idx="44">
                  <c:v>140</c:v>
                </c:pt>
                <c:pt idx="45">
                  <c:v>140</c:v>
                </c:pt>
                <c:pt idx="46">
                  <c:v>140</c:v>
                </c:pt>
                <c:pt idx="47">
                  <c:v>140</c:v>
                </c:pt>
                <c:pt idx="48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0-3E6C-49CE-800A-66095D66FE9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230</c:v>
                </c:pt>
                <c:pt idx="19">
                  <c:v>230</c:v>
                </c:pt>
                <c:pt idx="20">
                  <c:v>230</c:v>
                </c:pt>
                <c:pt idx="21">
                  <c:v>230</c:v>
                </c:pt>
                <c:pt idx="22">
                  <c:v>230</c:v>
                </c:pt>
                <c:pt idx="23">
                  <c:v>230</c:v>
                </c:pt>
                <c:pt idx="24">
                  <c:v>230</c:v>
                </c:pt>
                <c:pt idx="25">
                  <c:v>230</c:v>
                </c:pt>
                <c:pt idx="26">
                  <c:v>226</c:v>
                </c:pt>
                <c:pt idx="27">
                  <c:v>140</c:v>
                </c:pt>
                <c:pt idx="28">
                  <c:v>140</c:v>
                </c:pt>
                <c:pt idx="29">
                  <c:v>140</c:v>
                </c:pt>
                <c:pt idx="30">
                  <c:v>140</c:v>
                </c:pt>
                <c:pt idx="31">
                  <c:v>140</c:v>
                </c:pt>
                <c:pt idx="32">
                  <c:v>140</c:v>
                </c:pt>
                <c:pt idx="33">
                  <c:v>140</c:v>
                </c:pt>
                <c:pt idx="34">
                  <c:v>140</c:v>
                </c:pt>
                <c:pt idx="35">
                  <c:v>140</c:v>
                </c:pt>
                <c:pt idx="36">
                  <c:v>140</c:v>
                </c:pt>
                <c:pt idx="37">
                  <c:v>140</c:v>
                </c:pt>
                <c:pt idx="38">
                  <c:v>140</c:v>
                </c:pt>
                <c:pt idx="39">
                  <c:v>140</c:v>
                </c:pt>
                <c:pt idx="40">
                  <c:v>140</c:v>
                </c:pt>
                <c:pt idx="41">
                  <c:v>140</c:v>
                </c:pt>
                <c:pt idx="42">
                  <c:v>140</c:v>
                </c:pt>
                <c:pt idx="43">
                  <c:v>140</c:v>
                </c:pt>
                <c:pt idx="44">
                  <c:v>140</c:v>
                </c:pt>
                <c:pt idx="45">
                  <c:v>140</c:v>
                </c:pt>
                <c:pt idx="46">
                  <c:v>140</c:v>
                </c:pt>
                <c:pt idx="47">
                  <c:v>140</c:v>
                </c:pt>
                <c:pt idx="48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1-3E6C-49CE-800A-66095D66FE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  <c:max val="300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9745160761154854E-2"/>
          <c:y val="3.1421547708071515E-3"/>
          <c:w val="0.95966715879265097"/>
          <c:h val="0.920955644850811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9AE7-4F42-9B54-185FD827C4A9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9AE7-4F42-9B54-185FD827C4A9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0A96-479F-BB7E-9FE5ADAE6CFC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9AE7-4F42-9B54-185FD827C4A9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9AE7-4F42-9B54-185FD827C4A9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9AE7-4F42-9B54-185FD827C4A9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9AE7-4F42-9B54-185FD827C4A9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9AE7-4F42-9B54-185FD827C4A9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9AE7-4F42-9B54-185FD827C4A9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9AE7-4F42-9B54-185FD827C4A9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9AE7-4F42-9B54-185FD827C4A9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9AE7-4F42-9B54-185FD827C4A9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9AE7-4F42-9B54-185FD827C4A9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9AE7-4F42-9B54-185FD827C4A9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9AE7-4F42-9B54-185FD827C4A9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0A96-479F-BB7E-9FE5ADAE6CFC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9AE7-4F42-9B54-185FD827C4A9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FC54-4245-9C04-DF2CC8F421F8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7-4F42-9B54-185FD827C4A9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7-4F42-9B54-185FD827C4A9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A96-479F-BB7E-9FE5ADAE6CFC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7-4F42-9B54-185FD827C4A9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7-4F42-9B54-185FD827C4A9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7-4F42-9B54-185FD827C4A9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7-4F42-9B54-185FD827C4A9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7-4F42-9B54-185FD827C4A9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7-4F42-9B54-185FD827C4A9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7-4F42-9B54-185FD827C4A9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9AE7-4F42-9B54-185FD827C4A9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7-4F42-9B54-185FD827C4A9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9AE7-4F42-9B54-185FD827C4A9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9AE7-4F42-9B54-185FD827C4A9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9AE7-4F42-9B54-185FD827C4A9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0A96-479F-BB7E-9FE5ADAE6CFC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9AE7-4F42-9B54-185FD827C4A9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FC54-4245-9C04-DF2CC8F421F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69</c:v>
                </c:pt>
                <c:pt idx="1">
                  <c:v>44</c:v>
                </c:pt>
                <c:pt idx="2">
                  <c:v>39</c:v>
                </c:pt>
                <c:pt idx="3">
                  <c:v>32</c:v>
                </c:pt>
                <c:pt idx="4">
                  <c:v>45</c:v>
                </c:pt>
                <c:pt idx="5">
                  <c:v>61</c:v>
                </c:pt>
                <c:pt idx="6">
                  <c:v>64</c:v>
                </c:pt>
                <c:pt idx="7">
                  <c:v>60</c:v>
                </c:pt>
                <c:pt idx="8">
                  <c:v>79</c:v>
                </c:pt>
                <c:pt idx="9">
                  <c:v>99</c:v>
                </c:pt>
                <c:pt idx="10">
                  <c:v>97</c:v>
                </c:pt>
                <c:pt idx="11">
                  <c:v>105</c:v>
                </c:pt>
                <c:pt idx="12">
                  <c:v>102</c:v>
                </c:pt>
                <c:pt idx="13">
                  <c:v>100</c:v>
                </c:pt>
                <c:pt idx="14">
                  <c:v>116</c:v>
                </c:pt>
                <c:pt idx="15">
                  <c:v>94</c:v>
                </c:pt>
                <c:pt idx="16">
                  <c:v>83</c:v>
                </c:pt>
                <c:pt idx="17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0A96-479F-BB7E-9FE5ADAE6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0A96-479F-BB7E-9FE5ADAE6CFC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B3AD-4982-A27A-2F540957C5E9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7669-4293-9F16-7B44AABE1819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6790-47C2-B4BA-6E4FC8597786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2-4783-482C-A951-4F7CE3502F9D}"/>
              </c:ext>
            </c:extLst>
          </c:dPt>
          <c:dLbls>
            <c:dLbl>
              <c:idx val="35"/>
              <c:layout>
                <c:manualLayout>
                  <c:x val="-3.4652805118110239E-2"/>
                  <c:y val="-3.71900314128472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4783-482C-A951-4F7CE3502F9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114</c:v>
                </c:pt>
                <c:pt idx="19">
                  <c:v>96</c:v>
                </c:pt>
                <c:pt idx="20">
                  <c:v>83</c:v>
                </c:pt>
                <c:pt idx="21">
                  <c:v>101</c:v>
                </c:pt>
                <c:pt idx="22">
                  <c:v>115</c:v>
                </c:pt>
                <c:pt idx="23">
                  <c:v>118</c:v>
                </c:pt>
                <c:pt idx="24">
                  <c:v>112</c:v>
                </c:pt>
                <c:pt idx="25">
                  <c:v>122</c:v>
                </c:pt>
                <c:pt idx="26">
                  <c:v>126</c:v>
                </c:pt>
                <c:pt idx="27">
                  <c:v>109</c:v>
                </c:pt>
                <c:pt idx="28">
                  <c:v>100</c:v>
                </c:pt>
                <c:pt idx="29">
                  <c:v>100</c:v>
                </c:pt>
                <c:pt idx="30">
                  <c:v>115</c:v>
                </c:pt>
                <c:pt idx="31">
                  <c:v>72</c:v>
                </c:pt>
                <c:pt idx="32">
                  <c:v>85</c:v>
                </c:pt>
                <c:pt idx="33">
                  <c:v>77</c:v>
                </c:pt>
                <c:pt idx="34">
                  <c:v>76</c:v>
                </c:pt>
                <c:pt idx="35">
                  <c:v>71</c:v>
                </c:pt>
                <c:pt idx="36">
                  <c:v>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0A96-479F-BB7E-9FE5ADAE6C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102</c:v>
                </c:pt>
                <c:pt idx="19">
                  <c:v>102</c:v>
                </c:pt>
                <c:pt idx="20">
                  <c:v>102</c:v>
                </c:pt>
                <c:pt idx="21">
                  <c:v>102</c:v>
                </c:pt>
                <c:pt idx="22">
                  <c:v>102</c:v>
                </c:pt>
                <c:pt idx="23">
                  <c:v>102</c:v>
                </c:pt>
                <c:pt idx="24">
                  <c:v>102</c:v>
                </c:pt>
                <c:pt idx="25">
                  <c:v>102</c:v>
                </c:pt>
                <c:pt idx="26">
                  <c:v>102</c:v>
                </c:pt>
                <c:pt idx="27">
                  <c:v>73</c:v>
                </c:pt>
                <c:pt idx="28">
                  <c:v>68</c:v>
                </c:pt>
                <c:pt idx="29">
                  <c:v>68</c:v>
                </c:pt>
                <c:pt idx="30">
                  <c:v>68</c:v>
                </c:pt>
                <c:pt idx="31">
                  <c:v>68</c:v>
                </c:pt>
                <c:pt idx="32">
                  <c:v>68</c:v>
                </c:pt>
                <c:pt idx="33">
                  <c:v>68</c:v>
                </c:pt>
                <c:pt idx="34">
                  <c:v>68</c:v>
                </c:pt>
                <c:pt idx="35">
                  <c:v>68</c:v>
                </c:pt>
                <c:pt idx="36">
                  <c:v>68</c:v>
                </c:pt>
                <c:pt idx="37">
                  <c:v>68</c:v>
                </c:pt>
                <c:pt idx="38">
                  <c:v>68</c:v>
                </c:pt>
                <c:pt idx="39">
                  <c:v>68</c:v>
                </c:pt>
                <c:pt idx="40">
                  <c:v>68</c:v>
                </c:pt>
                <c:pt idx="41">
                  <c:v>68</c:v>
                </c:pt>
                <c:pt idx="42">
                  <c:v>68</c:v>
                </c:pt>
                <c:pt idx="43">
                  <c:v>68</c:v>
                </c:pt>
                <c:pt idx="44">
                  <c:v>68</c:v>
                </c:pt>
                <c:pt idx="45">
                  <c:v>68</c:v>
                </c:pt>
                <c:pt idx="46">
                  <c:v>68</c:v>
                </c:pt>
                <c:pt idx="47">
                  <c:v>68</c:v>
                </c:pt>
                <c:pt idx="48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0A96-479F-BB7E-9FE5ADAE6CF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102</c:v>
                </c:pt>
                <c:pt idx="19">
                  <c:v>102</c:v>
                </c:pt>
                <c:pt idx="20">
                  <c:v>102</c:v>
                </c:pt>
                <c:pt idx="21">
                  <c:v>102</c:v>
                </c:pt>
                <c:pt idx="22">
                  <c:v>102</c:v>
                </c:pt>
                <c:pt idx="23">
                  <c:v>102</c:v>
                </c:pt>
                <c:pt idx="24">
                  <c:v>102</c:v>
                </c:pt>
                <c:pt idx="25">
                  <c:v>102</c:v>
                </c:pt>
                <c:pt idx="26">
                  <c:v>102</c:v>
                </c:pt>
                <c:pt idx="27">
                  <c:v>73</c:v>
                </c:pt>
                <c:pt idx="28">
                  <c:v>68</c:v>
                </c:pt>
                <c:pt idx="29">
                  <c:v>68</c:v>
                </c:pt>
                <c:pt idx="30">
                  <c:v>68</c:v>
                </c:pt>
                <c:pt idx="31">
                  <c:v>68</c:v>
                </c:pt>
                <c:pt idx="32">
                  <c:v>68</c:v>
                </c:pt>
                <c:pt idx="33">
                  <c:v>68</c:v>
                </c:pt>
                <c:pt idx="34">
                  <c:v>68</c:v>
                </c:pt>
                <c:pt idx="35">
                  <c:v>68</c:v>
                </c:pt>
                <c:pt idx="36">
                  <c:v>68</c:v>
                </c:pt>
                <c:pt idx="37">
                  <c:v>68</c:v>
                </c:pt>
                <c:pt idx="38">
                  <c:v>68</c:v>
                </c:pt>
                <c:pt idx="39">
                  <c:v>68</c:v>
                </c:pt>
                <c:pt idx="40">
                  <c:v>68</c:v>
                </c:pt>
                <c:pt idx="41">
                  <c:v>68</c:v>
                </c:pt>
                <c:pt idx="42">
                  <c:v>68</c:v>
                </c:pt>
                <c:pt idx="43">
                  <c:v>68</c:v>
                </c:pt>
                <c:pt idx="44">
                  <c:v>68</c:v>
                </c:pt>
                <c:pt idx="45">
                  <c:v>68</c:v>
                </c:pt>
                <c:pt idx="46">
                  <c:v>68</c:v>
                </c:pt>
                <c:pt idx="47">
                  <c:v>68</c:v>
                </c:pt>
                <c:pt idx="48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0A96-479F-BB7E-9FE5ADAE6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2453494094488186E-2"/>
          <c:y val="0"/>
          <c:w val="0.97710203412073493"/>
          <c:h val="0.892159922831872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0B22-471B-A4B1-E7D1685E34CA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0B22-471B-A4B1-E7D1685E34CA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6D43-4853-B403-097353A8A285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0B22-471B-A4B1-E7D1685E34CA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0B22-471B-A4B1-E7D1685E34CA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0B22-471B-A4B1-E7D1685E34CA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0B22-471B-A4B1-E7D1685E34CA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0B22-471B-A4B1-E7D1685E34CA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0B22-471B-A4B1-E7D1685E34CA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0B22-471B-A4B1-E7D1685E34CA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0B22-471B-A4B1-E7D1685E34CA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0B22-471B-A4B1-E7D1685E34CA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0B22-471B-A4B1-E7D1685E34CA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0B22-471B-A4B1-E7D1685E34CA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0B22-471B-A4B1-E7D1685E34CA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6D43-4853-B403-097353A8A285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0B22-471B-A4B1-E7D1685E34CA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AC89-43D4-B076-9D9E5ABB8DB3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B22-471B-A4B1-E7D1685E34CA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B22-471B-A4B1-E7D1685E34CA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482611548556429E-2"/>
                      <c:h val="8.06264255457803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D43-4853-B403-097353A8A285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B22-471B-A4B1-E7D1685E34CA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B22-471B-A4B1-E7D1685E34CA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B22-471B-A4B1-E7D1685E34CA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B22-471B-A4B1-E7D1685E34CA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B22-471B-A4B1-E7D1685E34CA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B22-471B-A4B1-E7D1685E34CA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B22-471B-A4B1-E7D1685E34CA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B22-471B-A4B1-E7D1685E34CA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B22-471B-A4B1-E7D1685E34CA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B22-471B-A4B1-E7D1685E34CA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B22-471B-A4B1-E7D1685E34CA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B22-471B-A4B1-E7D1685E34CA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6D43-4853-B403-097353A8A285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B22-471B-A4B1-E7D1685E34CA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AC89-43D4-B076-9D9E5ABB8DB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30</c:v>
                </c:pt>
                <c:pt idx="1">
                  <c:v>18</c:v>
                </c:pt>
                <c:pt idx="2">
                  <c:v>15</c:v>
                </c:pt>
                <c:pt idx="3">
                  <c:v>11</c:v>
                </c:pt>
                <c:pt idx="4">
                  <c:v>13</c:v>
                </c:pt>
                <c:pt idx="5">
                  <c:v>21</c:v>
                </c:pt>
                <c:pt idx="6">
                  <c:v>24</c:v>
                </c:pt>
                <c:pt idx="7">
                  <c:v>28</c:v>
                </c:pt>
                <c:pt idx="8">
                  <c:v>36</c:v>
                </c:pt>
                <c:pt idx="9">
                  <c:v>44</c:v>
                </c:pt>
                <c:pt idx="10">
                  <c:v>40</c:v>
                </c:pt>
                <c:pt idx="11">
                  <c:v>45</c:v>
                </c:pt>
                <c:pt idx="12">
                  <c:v>48</c:v>
                </c:pt>
                <c:pt idx="13">
                  <c:v>46</c:v>
                </c:pt>
                <c:pt idx="14">
                  <c:v>50</c:v>
                </c:pt>
                <c:pt idx="15">
                  <c:v>48</c:v>
                </c:pt>
                <c:pt idx="16">
                  <c:v>40</c:v>
                </c:pt>
                <c:pt idx="17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6D43-4853-B403-097353A8A2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6-6D43-4853-B403-097353A8A285}"/>
              </c:ext>
            </c:extLst>
          </c:dPt>
          <c:dPt>
            <c:idx val="2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C-B7FA-4415-9153-55CCCBB096D5}"/>
              </c:ext>
            </c:extLst>
          </c:dPt>
          <c:dPt>
            <c:idx val="2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E-2E6C-46E5-8B39-85E1F5006548}"/>
              </c:ext>
            </c:extLst>
          </c:dPt>
          <c:dPt>
            <c:idx val="2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0-C006-4A78-9E6F-2C7000A65CE0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22-E3BC-41F0-AC36-8064161F1C5B}"/>
              </c:ext>
            </c:extLst>
          </c:dPt>
          <c:dLbls>
            <c:dLbl>
              <c:idx val="3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E3BC-41F0-AC36-8064161F1C5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30</c:v>
                </c:pt>
                <c:pt idx="19">
                  <c:v>32</c:v>
                </c:pt>
                <c:pt idx="20">
                  <c:v>33</c:v>
                </c:pt>
                <c:pt idx="21">
                  <c:v>36</c:v>
                </c:pt>
                <c:pt idx="22">
                  <c:v>49</c:v>
                </c:pt>
                <c:pt idx="23">
                  <c:v>48</c:v>
                </c:pt>
                <c:pt idx="24">
                  <c:v>48</c:v>
                </c:pt>
                <c:pt idx="25">
                  <c:v>64</c:v>
                </c:pt>
                <c:pt idx="26">
                  <c:v>52</c:v>
                </c:pt>
                <c:pt idx="27">
                  <c:v>44</c:v>
                </c:pt>
                <c:pt idx="28">
                  <c:v>47</c:v>
                </c:pt>
                <c:pt idx="29">
                  <c:v>46</c:v>
                </c:pt>
                <c:pt idx="30">
                  <c:v>44</c:v>
                </c:pt>
                <c:pt idx="31">
                  <c:v>46</c:v>
                </c:pt>
                <c:pt idx="32">
                  <c:v>46</c:v>
                </c:pt>
                <c:pt idx="33">
                  <c:v>45</c:v>
                </c:pt>
                <c:pt idx="34">
                  <c:v>35</c:v>
                </c:pt>
                <c:pt idx="35">
                  <c:v>32</c:v>
                </c:pt>
                <c:pt idx="36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6D43-4853-B403-097353A8A2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32</c:v>
                </c:pt>
                <c:pt idx="19">
                  <c:v>32</c:v>
                </c:pt>
                <c:pt idx="20">
                  <c:v>32</c:v>
                </c:pt>
                <c:pt idx="21">
                  <c:v>32</c:v>
                </c:pt>
                <c:pt idx="22">
                  <c:v>32</c:v>
                </c:pt>
                <c:pt idx="23">
                  <c:v>32</c:v>
                </c:pt>
                <c:pt idx="24">
                  <c:v>40</c:v>
                </c:pt>
                <c:pt idx="25">
                  <c:v>45</c:v>
                </c:pt>
                <c:pt idx="26">
                  <c:v>45</c:v>
                </c:pt>
                <c:pt idx="27">
                  <c:v>40</c:v>
                </c:pt>
                <c:pt idx="28">
                  <c:v>30</c:v>
                </c:pt>
                <c:pt idx="29">
                  <c:v>30</c:v>
                </c:pt>
                <c:pt idx="30">
                  <c:v>30</c:v>
                </c:pt>
                <c:pt idx="31">
                  <c:v>30</c:v>
                </c:pt>
                <c:pt idx="32">
                  <c:v>30</c:v>
                </c:pt>
                <c:pt idx="33">
                  <c:v>30</c:v>
                </c:pt>
                <c:pt idx="34">
                  <c:v>30</c:v>
                </c:pt>
                <c:pt idx="35">
                  <c:v>30</c:v>
                </c:pt>
                <c:pt idx="36">
                  <c:v>30</c:v>
                </c:pt>
                <c:pt idx="37">
                  <c:v>30</c:v>
                </c:pt>
                <c:pt idx="38">
                  <c:v>30</c:v>
                </c:pt>
                <c:pt idx="39">
                  <c:v>30</c:v>
                </c:pt>
                <c:pt idx="40">
                  <c:v>30</c:v>
                </c:pt>
                <c:pt idx="41">
                  <c:v>30</c:v>
                </c:pt>
                <c:pt idx="42">
                  <c:v>30</c:v>
                </c:pt>
                <c:pt idx="43">
                  <c:v>30</c:v>
                </c:pt>
                <c:pt idx="44">
                  <c:v>30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6D43-4853-B403-097353A8A2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32</c:v>
                </c:pt>
                <c:pt idx="19">
                  <c:v>32</c:v>
                </c:pt>
                <c:pt idx="20">
                  <c:v>32</c:v>
                </c:pt>
                <c:pt idx="21">
                  <c:v>32</c:v>
                </c:pt>
                <c:pt idx="22">
                  <c:v>32</c:v>
                </c:pt>
                <c:pt idx="23">
                  <c:v>32</c:v>
                </c:pt>
                <c:pt idx="24">
                  <c:v>40</c:v>
                </c:pt>
                <c:pt idx="25">
                  <c:v>45</c:v>
                </c:pt>
                <c:pt idx="26">
                  <c:v>45</c:v>
                </c:pt>
                <c:pt idx="27">
                  <c:v>40</c:v>
                </c:pt>
                <c:pt idx="28">
                  <c:v>30</c:v>
                </c:pt>
                <c:pt idx="29">
                  <c:v>30</c:v>
                </c:pt>
                <c:pt idx="30">
                  <c:v>30</c:v>
                </c:pt>
                <c:pt idx="31">
                  <c:v>30</c:v>
                </c:pt>
                <c:pt idx="32">
                  <c:v>30</c:v>
                </c:pt>
                <c:pt idx="33">
                  <c:v>30</c:v>
                </c:pt>
                <c:pt idx="34">
                  <c:v>30</c:v>
                </c:pt>
                <c:pt idx="35">
                  <c:v>30</c:v>
                </c:pt>
                <c:pt idx="36">
                  <c:v>30</c:v>
                </c:pt>
                <c:pt idx="37">
                  <c:v>30</c:v>
                </c:pt>
                <c:pt idx="38">
                  <c:v>30</c:v>
                </c:pt>
                <c:pt idx="39">
                  <c:v>30</c:v>
                </c:pt>
                <c:pt idx="40">
                  <c:v>30</c:v>
                </c:pt>
                <c:pt idx="41">
                  <c:v>30</c:v>
                </c:pt>
                <c:pt idx="42">
                  <c:v>30</c:v>
                </c:pt>
                <c:pt idx="43">
                  <c:v>30</c:v>
                </c:pt>
                <c:pt idx="44">
                  <c:v>30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6D43-4853-B403-097353A8A2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585270609370579E-2"/>
          <c:y val="0"/>
          <c:w val="0.96355356848382223"/>
          <c:h val="0.923198227390276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53D3-49CE-91B6-967013DC1EC2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53D3-49CE-91B6-967013DC1EC2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B400-4CFB-A6FE-E1BCBCB4722F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53D3-49CE-91B6-967013DC1EC2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53D3-49CE-91B6-967013DC1EC2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53D3-49CE-91B6-967013DC1EC2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53D3-49CE-91B6-967013DC1EC2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53D3-49CE-91B6-967013DC1EC2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53D3-49CE-91B6-967013DC1EC2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53D3-49CE-91B6-967013DC1EC2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53D3-49CE-91B6-967013DC1EC2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53D3-49CE-91B6-967013DC1EC2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53D3-49CE-91B6-967013DC1EC2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53D3-49CE-91B6-967013DC1EC2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53D3-49CE-91B6-967013DC1EC2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4-B400-4CFB-A6FE-E1BCBCB4722F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53D3-49CE-91B6-967013DC1EC2}"/>
              </c:ext>
            </c:extLst>
          </c:dPt>
          <c:dPt>
            <c:idx val="17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3-0992-4252-B8AF-B7C5B6D8947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D3-49CE-91B6-967013DC1EC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D3-49CE-91B6-967013DC1EC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6538129231380711E-2"/>
                      <c:h val="7.02813548166482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400-4CFB-A6FE-E1BCBCB4722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3D3-49CE-91B6-967013DC1EC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3D3-49CE-91B6-967013DC1EC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3D3-49CE-91B6-967013DC1EC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3D3-49CE-91B6-967013DC1EC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3D3-49CE-91B6-967013DC1EC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3D3-49CE-91B6-967013DC1EC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3D3-49CE-91B6-967013DC1EC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53D3-49CE-91B6-967013DC1EC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53D3-49CE-91B6-967013DC1EC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3D3-49CE-91B6-967013DC1EC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3D3-49CE-91B6-967013DC1EC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53D3-49CE-91B6-967013DC1EC2}"/>
                </c:ext>
              </c:extLst>
            </c:dLbl>
            <c:dLbl>
              <c:idx val="1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B400-4CFB-A6FE-E1BCBCB4722F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3D3-49CE-91B6-967013DC1EC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992-4252-B8AF-B7C5B6D894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30</c:v>
                </c:pt>
                <c:pt idx="1">
                  <c:v>18</c:v>
                </c:pt>
                <c:pt idx="2">
                  <c:v>13</c:v>
                </c:pt>
                <c:pt idx="3">
                  <c:v>6</c:v>
                </c:pt>
                <c:pt idx="4">
                  <c:v>13</c:v>
                </c:pt>
                <c:pt idx="5">
                  <c:v>15</c:v>
                </c:pt>
                <c:pt idx="6">
                  <c:v>18</c:v>
                </c:pt>
                <c:pt idx="7">
                  <c:v>14</c:v>
                </c:pt>
                <c:pt idx="8">
                  <c:v>19</c:v>
                </c:pt>
                <c:pt idx="9">
                  <c:v>22</c:v>
                </c:pt>
                <c:pt idx="10">
                  <c:v>25</c:v>
                </c:pt>
                <c:pt idx="11">
                  <c:v>24</c:v>
                </c:pt>
                <c:pt idx="12">
                  <c:v>23</c:v>
                </c:pt>
                <c:pt idx="13">
                  <c:v>24</c:v>
                </c:pt>
                <c:pt idx="14">
                  <c:v>23</c:v>
                </c:pt>
                <c:pt idx="15">
                  <c:v>23</c:v>
                </c:pt>
                <c:pt idx="16">
                  <c:v>17</c:v>
                </c:pt>
                <c:pt idx="17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F-B400-4CFB-A6FE-E1BCBCB472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105346176"/>
        <c:axId val="10534771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36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F-40AA-4539-AC4E-F4EF0D5F23A4}"/>
              </c:ext>
            </c:extLst>
          </c:dPt>
          <c:dPt>
            <c:idx val="37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1-C160-4B3D-94EF-F1FA98214D19}"/>
              </c:ext>
            </c:extLst>
          </c:dPt>
          <c:dPt>
            <c:idx val="3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3-8AC0-4AC3-902D-C84C9EEC43BC}"/>
              </c:ext>
            </c:extLst>
          </c:dPt>
          <c:dPt>
            <c:idx val="39"/>
            <c:bubble3D val="0"/>
            <c:extLst>
              <c:ext xmlns:c16="http://schemas.microsoft.com/office/drawing/2014/chart" uri="{C3380CC4-5D6E-409C-BE32-E72D297353CC}">
                <c16:uniqueId val="{00000025-ABC7-4C93-9C5E-5B2BEF31119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19</c:v>
                </c:pt>
                <c:pt idx="24">
                  <c:v>20</c:v>
                </c:pt>
                <c:pt idx="25">
                  <c:v>20</c:v>
                </c:pt>
                <c:pt idx="26">
                  <c:v>25</c:v>
                </c:pt>
                <c:pt idx="27">
                  <c:v>28</c:v>
                </c:pt>
                <c:pt idx="28">
                  <c:v>28</c:v>
                </c:pt>
                <c:pt idx="29">
                  <c:v>21</c:v>
                </c:pt>
                <c:pt idx="30">
                  <c:v>18</c:v>
                </c:pt>
                <c:pt idx="31">
                  <c:v>18</c:v>
                </c:pt>
                <c:pt idx="32">
                  <c:v>17</c:v>
                </c:pt>
                <c:pt idx="33">
                  <c:v>15</c:v>
                </c:pt>
                <c:pt idx="34">
                  <c:v>16</c:v>
                </c:pt>
                <c:pt idx="35">
                  <c:v>16</c:v>
                </c:pt>
                <c:pt idx="36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7-B400-4CFB-A6FE-E1BCBCB472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Sheet1!$D$2:$D$50</c:f>
              <c:numCache>
                <c:formatCode>General</c:formatCode>
                <c:ptCount val="49"/>
                <c:pt idx="18">
                  <c:v>16</c:v>
                </c:pt>
                <c:pt idx="19">
                  <c:v>16</c:v>
                </c:pt>
                <c:pt idx="20">
                  <c:v>16</c:v>
                </c:pt>
                <c:pt idx="21">
                  <c:v>16</c:v>
                </c:pt>
                <c:pt idx="22">
                  <c:v>16</c:v>
                </c:pt>
                <c:pt idx="23">
                  <c:v>16</c:v>
                </c:pt>
                <c:pt idx="24">
                  <c:v>16</c:v>
                </c:pt>
                <c:pt idx="25">
                  <c:v>16</c:v>
                </c:pt>
                <c:pt idx="26">
                  <c:v>14</c:v>
                </c:pt>
                <c:pt idx="27">
                  <c:v>14</c:v>
                </c:pt>
                <c:pt idx="28">
                  <c:v>14</c:v>
                </c:pt>
                <c:pt idx="29">
                  <c:v>14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14</c:v>
                </c:pt>
                <c:pt idx="46">
                  <c:v>14</c:v>
                </c:pt>
                <c:pt idx="47">
                  <c:v>14</c:v>
                </c:pt>
                <c:pt idx="48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8-B400-4CFB-A6FE-E1BCBCB472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Sheet1!$A$2:$A$50</c:f>
              <c:strCache>
                <c:ptCount val="4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7</c:v>
                </c:pt>
                <c:pt idx="25">
                  <c:v>8</c:v>
                </c:pt>
                <c:pt idx="26">
                  <c:v>9</c:v>
                </c:pt>
                <c:pt idx="27">
                  <c:v>10</c:v>
                </c:pt>
                <c:pt idx="28">
                  <c:v>11</c:v>
                </c:pt>
                <c:pt idx="29">
                  <c:v>12</c:v>
                </c:pt>
                <c:pt idx="30">
                  <c:v>13</c:v>
                </c:pt>
                <c:pt idx="31">
                  <c:v>14</c:v>
                </c:pt>
                <c:pt idx="32">
                  <c:v>15</c:v>
                </c:pt>
                <c:pt idx="33">
                  <c:v>16</c:v>
                </c:pt>
                <c:pt idx="34">
                  <c:v>17</c:v>
                </c:pt>
                <c:pt idx="35">
                  <c:v>18</c:v>
                </c:pt>
                <c:pt idx="36">
                  <c:v>19</c:v>
                </c:pt>
                <c:pt idx="37">
                  <c:v>20</c:v>
                </c:pt>
                <c:pt idx="38">
                  <c:v>21</c:v>
                </c:pt>
                <c:pt idx="39">
                  <c:v>22</c:v>
                </c:pt>
                <c:pt idx="40">
                  <c:v>23</c:v>
                </c:pt>
                <c:pt idx="41">
                  <c:v>24</c:v>
                </c:pt>
                <c:pt idx="42">
                  <c:v>25</c:v>
                </c:pt>
                <c:pt idx="43">
                  <c:v>26</c:v>
                </c:pt>
                <c:pt idx="44">
                  <c:v>27</c:v>
                </c:pt>
                <c:pt idx="45">
                  <c:v>28</c:v>
                </c:pt>
                <c:pt idx="46">
                  <c:v>29</c:v>
                </c:pt>
                <c:pt idx="47">
                  <c:v>30</c:v>
                </c:pt>
                <c:pt idx="48">
                  <c:v>31</c:v>
                </c:pt>
              </c:strCache>
            </c:strRef>
          </c:cat>
          <c:val>
            <c:numRef>
              <c:f>Sheet1!$E$2:$E$50</c:f>
              <c:numCache>
                <c:formatCode>General</c:formatCode>
                <c:ptCount val="49"/>
                <c:pt idx="18">
                  <c:v>16</c:v>
                </c:pt>
                <c:pt idx="19">
                  <c:v>16</c:v>
                </c:pt>
                <c:pt idx="20">
                  <c:v>16</c:v>
                </c:pt>
                <c:pt idx="21">
                  <c:v>16</c:v>
                </c:pt>
                <c:pt idx="22">
                  <c:v>16</c:v>
                </c:pt>
                <c:pt idx="23">
                  <c:v>16</c:v>
                </c:pt>
                <c:pt idx="24">
                  <c:v>16</c:v>
                </c:pt>
                <c:pt idx="25">
                  <c:v>16</c:v>
                </c:pt>
                <c:pt idx="26">
                  <c:v>14</c:v>
                </c:pt>
                <c:pt idx="27">
                  <c:v>14</c:v>
                </c:pt>
                <c:pt idx="28">
                  <c:v>14</c:v>
                </c:pt>
                <c:pt idx="29">
                  <c:v>14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14</c:v>
                </c:pt>
                <c:pt idx="46">
                  <c:v>14</c:v>
                </c:pt>
                <c:pt idx="47">
                  <c:v>14</c:v>
                </c:pt>
                <c:pt idx="48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9-B400-4CFB-A6FE-E1BCBCB472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46176"/>
        <c:axId val="105347712"/>
      </c:lineChart>
      <c:catAx>
        <c:axId val="1053461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105347712"/>
        <c:crosses val="autoZero"/>
        <c:auto val="1"/>
        <c:lblAlgn val="ctr"/>
        <c:lblOffset val="100"/>
        <c:noMultiLvlLbl val="0"/>
      </c:catAx>
      <c:valAx>
        <c:axId val="10534771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105346176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889189632545932E-2"/>
          <c:y val="1.3228904207476647E-2"/>
          <c:w val="0.97498581036745402"/>
          <c:h val="0.925428523468576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019F-4784-8D83-E2BF1263D3C9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019F-4784-8D83-E2BF1263D3C9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272A-4011-8ED0-607DD0C73B41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019F-4784-8D83-E2BF1263D3C9}"/>
              </c:ext>
            </c:extLst>
          </c:dPt>
          <c:dPt>
            <c:idx val="4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019F-4784-8D83-E2BF1263D3C9}"/>
              </c:ext>
            </c:extLst>
          </c:dPt>
          <c:dPt>
            <c:idx val="5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019F-4784-8D83-E2BF1263D3C9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019F-4784-8D83-E2BF1263D3C9}"/>
              </c:ext>
            </c:extLst>
          </c:dPt>
          <c:dPt>
            <c:idx val="7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019F-4784-8D83-E2BF1263D3C9}"/>
              </c:ext>
            </c:extLst>
          </c:dPt>
          <c:dPt>
            <c:idx val="8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019F-4784-8D83-E2BF1263D3C9}"/>
              </c:ext>
            </c:extLst>
          </c:dPt>
          <c:dPt>
            <c:idx val="9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019F-4784-8D83-E2BF1263D3C9}"/>
              </c:ext>
            </c:extLst>
          </c:dPt>
          <c:dPt>
            <c:idx val="1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5-019F-4784-8D83-E2BF1263D3C9}"/>
              </c:ext>
            </c:extLst>
          </c:dPt>
          <c:dPt>
            <c:idx val="11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7-019F-4784-8D83-E2BF1263D3C9}"/>
              </c:ext>
            </c:extLst>
          </c:dPt>
          <c:dPt>
            <c:idx val="12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9-019F-4784-8D83-E2BF1263D3C9}"/>
              </c:ext>
            </c:extLst>
          </c:dPt>
          <c:dPt>
            <c:idx val="13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B-019F-4784-8D83-E2BF1263D3C9}"/>
              </c:ext>
            </c:extLst>
          </c:dPt>
          <c:dPt>
            <c:idx val="1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D-019F-4784-8D83-E2BF1263D3C9}"/>
              </c:ext>
            </c:extLst>
          </c:dPt>
          <c:dPt>
            <c:idx val="1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6-272A-4011-8ED0-607DD0C73B41}"/>
              </c:ext>
            </c:extLst>
          </c:dPt>
          <c:dPt>
            <c:idx val="1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1-019F-4784-8D83-E2BF1263D3C9}"/>
              </c:ext>
            </c:extLst>
          </c:dPt>
          <c:dPt>
            <c:idx val="1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23-019F-4784-8D83-E2BF1263D3C9}"/>
              </c:ext>
            </c:extLst>
          </c:dPt>
          <c:dPt>
            <c:idx val="18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25-23C8-47B4-9E98-7F7E3217881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9F-4784-8D83-E2BF1263D3C9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9F-4784-8D83-E2BF1263D3C9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722790682939218E-2"/>
                      <c:h val="0.12280962981161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72A-4011-8ED0-607DD0C73B41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19F-4784-8D83-E2BF1263D3C9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19F-4784-8D83-E2BF1263D3C9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19F-4784-8D83-E2BF1263D3C9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19F-4784-8D83-E2BF1263D3C9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19F-4784-8D83-E2BF1263D3C9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19F-4784-8D83-E2BF1263D3C9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19F-4784-8D83-E2BF1263D3C9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19F-4784-8D83-E2BF1263D3C9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19F-4784-8D83-E2BF1263D3C9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19F-4784-8D83-E2BF1263D3C9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19F-4784-8D83-E2BF1263D3C9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19F-4784-8D83-E2BF1263D3C9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272A-4011-8ED0-607DD0C73B41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19F-4784-8D83-E2BF1263D3C9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19F-4784-8D83-E2BF1263D3C9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23C8-47B4-9E98-7F7E321788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70</c:v>
                </c:pt>
                <c:pt idx="1">
                  <c:v>54</c:v>
                </c:pt>
                <c:pt idx="2">
                  <c:v>48</c:v>
                </c:pt>
                <c:pt idx="3">
                  <c:v>38</c:v>
                </c:pt>
                <c:pt idx="4">
                  <c:v>53</c:v>
                </c:pt>
                <c:pt idx="5">
                  <c:v>66</c:v>
                </c:pt>
                <c:pt idx="6">
                  <c:v>65</c:v>
                </c:pt>
                <c:pt idx="7">
                  <c:v>55</c:v>
                </c:pt>
                <c:pt idx="8">
                  <c:v>50</c:v>
                </c:pt>
                <c:pt idx="9">
                  <c:v>23</c:v>
                </c:pt>
                <c:pt idx="10">
                  <c:v>23</c:v>
                </c:pt>
                <c:pt idx="11">
                  <c:v>5</c:v>
                </c:pt>
                <c:pt idx="12">
                  <c:v>17</c:v>
                </c:pt>
                <c:pt idx="13">
                  <c:v>34</c:v>
                </c:pt>
                <c:pt idx="14">
                  <c:v>32</c:v>
                </c:pt>
                <c:pt idx="15">
                  <c:v>30</c:v>
                </c:pt>
                <c:pt idx="16">
                  <c:v>24</c:v>
                </c:pt>
                <c:pt idx="17">
                  <c:v>24</c:v>
                </c:pt>
                <c:pt idx="18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272A-4011-8ED0-607DD0C73B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F-FEF2-436E-85D2-D1629136AEE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Sheet1!$C$2:$C$51</c:f>
              <c:numCache>
                <c:formatCode>General</c:formatCode>
                <c:ptCount val="50"/>
                <c:pt idx="19">
                  <c:v>25</c:v>
                </c:pt>
                <c:pt idx="20">
                  <c:v>21</c:v>
                </c:pt>
                <c:pt idx="21">
                  <c:v>25</c:v>
                </c:pt>
                <c:pt idx="22">
                  <c:v>23</c:v>
                </c:pt>
                <c:pt idx="23">
                  <c:v>33</c:v>
                </c:pt>
                <c:pt idx="24">
                  <c:v>28</c:v>
                </c:pt>
                <c:pt idx="25">
                  <c:v>0</c:v>
                </c:pt>
                <c:pt idx="26">
                  <c:v>20</c:v>
                </c:pt>
                <c:pt idx="27">
                  <c:v>31</c:v>
                </c:pt>
                <c:pt idx="28">
                  <c:v>25</c:v>
                </c:pt>
                <c:pt idx="29">
                  <c:v>44</c:v>
                </c:pt>
                <c:pt idx="30">
                  <c:v>34</c:v>
                </c:pt>
                <c:pt idx="31">
                  <c:v>15</c:v>
                </c:pt>
                <c:pt idx="32">
                  <c:v>12</c:v>
                </c:pt>
                <c:pt idx="33">
                  <c:v>9</c:v>
                </c:pt>
                <c:pt idx="34">
                  <c:v>9</c:v>
                </c:pt>
                <c:pt idx="35">
                  <c:v>5</c:v>
                </c:pt>
                <c:pt idx="36">
                  <c:v>9</c:v>
                </c:pt>
                <c:pt idx="37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C-272A-4011-8ED0-607DD0C73B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Sheet1!$D$2:$D$51</c:f>
              <c:numCache>
                <c:formatCode>General</c:formatCode>
                <c:ptCount val="50"/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13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D-272A-4011-8ED0-607DD0C73B4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2027</c:v>
                </c:pt>
                <c:pt idx="11">
                  <c:v>Ene</c:v>
                </c:pt>
                <c:pt idx="12">
                  <c:v>Feb</c:v>
                </c:pt>
                <c:pt idx="13">
                  <c:v>Mar</c:v>
                </c:pt>
                <c:pt idx="14">
                  <c:v>Abr</c:v>
                </c:pt>
                <c:pt idx="15">
                  <c:v>May</c:v>
                </c:pt>
                <c:pt idx="16">
                  <c:v>Jun</c:v>
                </c:pt>
                <c:pt idx="17">
                  <c:v>Jul</c:v>
                </c:pt>
                <c:pt idx="18">
                  <c:v>Ago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  <c:pt idx="45">
                  <c:v>27</c:v>
                </c:pt>
                <c:pt idx="46">
                  <c:v>28</c:v>
                </c:pt>
                <c:pt idx="47">
                  <c:v>29</c:v>
                </c:pt>
                <c:pt idx="48">
                  <c:v>30</c:v>
                </c:pt>
                <c:pt idx="49">
                  <c:v>31</c:v>
                </c:pt>
              </c:strCache>
            </c:strRef>
          </c:cat>
          <c:val>
            <c:numRef>
              <c:f>Sheet1!$E$2:$E$51</c:f>
              <c:numCache>
                <c:formatCode>General</c:formatCode>
                <c:ptCount val="50"/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13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E-272A-4011-8ED0-607DD0C73B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Hoja1!$B$2:$B$19</c:f>
              <c:numCache>
                <c:formatCode>General</c:formatCode>
                <c:ptCount val="18"/>
                <c:pt idx="0">
                  <c:v>32.092744799999998</c:v>
                </c:pt>
                <c:pt idx="1">
                  <c:v>31.006596500000001</c:v>
                </c:pt>
                <c:pt idx="2">
                  <c:v>31.8813636</c:v>
                </c:pt>
                <c:pt idx="3">
                  <c:v>32.918925000000002</c:v>
                </c:pt>
                <c:pt idx="4">
                  <c:v>35.0794882</c:v>
                </c:pt>
                <c:pt idx="5">
                  <c:v>33.748255399999998</c:v>
                </c:pt>
                <c:pt idx="6">
                  <c:v>33.652594399999998</c:v>
                </c:pt>
                <c:pt idx="7">
                  <c:v>34.097334400000001</c:v>
                </c:pt>
                <c:pt idx="8">
                  <c:v>36.993373200000001</c:v>
                </c:pt>
                <c:pt idx="9">
                  <c:v>42.565126800000002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Hoja1!$C$2:$C$19</c:f>
              <c:numCache>
                <c:formatCode>General</c:formatCode>
                <c:ptCount val="18"/>
                <c:pt idx="0">
                  <c:v>14.122419300000001</c:v>
                </c:pt>
                <c:pt idx="1">
                  <c:v>12.6098991</c:v>
                </c:pt>
                <c:pt idx="2">
                  <c:v>12.7560357</c:v>
                </c:pt>
                <c:pt idx="3">
                  <c:v>11.529728800000001</c:v>
                </c:pt>
                <c:pt idx="4">
                  <c:v>9.9002472499999996</c:v>
                </c:pt>
                <c:pt idx="5">
                  <c:v>11.7443843</c:v>
                </c:pt>
                <c:pt idx="6">
                  <c:v>12.454659400000001</c:v>
                </c:pt>
                <c:pt idx="7">
                  <c:v>15.633839</c:v>
                </c:pt>
                <c:pt idx="8">
                  <c:v>17.1272983</c:v>
                </c:pt>
                <c:pt idx="9">
                  <c:v>18.775138500000001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Turbosina</c:v>
                </c:pt>
              </c:strCache>
            </c:strRef>
          </c:tx>
          <c:spPr>
            <a:solidFill>
              <a:srgbClr val="B7903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1.68916110540298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AA-417B-8517-6BE3D148E54D}"/>
                </c:ext>
              </c:extLst>
            </c:dLbl>
            <c:dLbl>
              <c:idx val="1"/>
              <c:layout>
                <c:manualLayout>
                  <c:x val="-1.909700161202999E-17"/>
                  <c:y val="-1.68916110540299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AA-417B-8517-6BE3D148E54D}"/>
                </c:ext>
              </c:extLst>
            </c:dLbl>
            <c:dLbl>
              <c:idx val="5"/>
              <c:layout>
                <c:manualLayout>
                  <c:x val="-1.0416666666666667E-3"/>
                  <c:y val="-1.68916110540298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AA-417B-8517-6BE3D148E54D}"/>
                </c:ext>
              </c:extLst>
            </c:dLbl>
            <c:dLbl>
              <c:idx val="6"/>
              <c:layout>
                <c:manualLayout>
                  <c:x val="0"/>
                  <c:y val="-1.40763425450248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0AA-417B-8517-6BE3D148E54D}"/>
                </c:ext>
              </c:extLst>
            </c:dLbl>
            <c:dLbl>
              <c:idx val="7"/>
              <c:layout>
                <c:manualLayout>
                  <c:x val="1.04166666666666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AA-417B-8517-6BE3D148E54D}"/>
                </c:ext>
              </c:extLst>
            </c:dLbl>
            <c:dLbl>
              <c:idx val="9"/>
              <c:layout>
                <c:manualLayout>
                  <c:x val="-7.638800644811996E-17"/>
                  <c:y val="-1.40763425450249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0AA-417B-8517-6BE3D148E54D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Hoja1!$D$2:$D$19</c:f>
              <c:numCache>
                <c:formatCode>General</c:formatCode>
                <c:ptCount val="18"/>
                <c:pt idx="0">
                  <c:v>10.635248499999999</c:v>
                </c:pt>
                <c:pt idx="1">
                  <c:v>10.956461300000001</c:v>
                </c:pt>
                <c:pt idx="2">
                  <c:v>10.656644999999999</c:v>
                </c:pt>
                <c:pt idx="3">
                  <c:v>6.4125423599999998</c:v>
                </c:pt>
                <c:pt idx="4">
                  <c:v>9.8064462300000006</c:v>
                </c:pt>
                <c:pt idx="5">
                  <c:v>8.2134784599999993</c:v>
                </c:pt>
                <c:pt idx="6">
                  <c:v>9.6609043200000002</c:v>
                </c:pt>
                <c:pt idx="7">
                  <c:v>7.9263606500000003</c:v>
                </c:pt>
                <c:pt idx="8">
                  <c:v>8.9321451199999995</c:v>
                </c:pt>
                <c:pt idx="9">
                  <c:v>9.3757732300000001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Columna4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Hoja1!$E$2:$E$19</c:f>
              <c:numCache>
                <c:formatCode>General</c:formatCode>
                <c:ptCount val="18"/>
                <c:pt idx="0">
                  <c:v>56.850412599999999</c:v>
                </c:pt>
                <c:pt idx="1">
                  <c:v>54.572956900000001</c:v>
                </c:pt>
                <c:pt idx="2">
                  <c:v>55.294044299999996</c:v>
                </c:pt>
                <c:pt idx="3">
                  <c:v>50.861196160000006</c:v>
                </c:pt>
                <c:pt idx="4">
                  <c:v>54.786181679999999</c:v>
                </c:pt>
                <c:pt idx="5">
                  <c:v>53.706118159999995</c:v>
                </c:pt>
                <c:pt idx="6">
                  <c:v>55.768158119999995</c:v>
                </c:pt>
                <c:pt idx="7">
                  <c:v>57.657534050000002</c:v>
                </c:pt>
                <c:pt idx="8">
                  <c:v>63.052816620000002</c:v>
                </c:pt>
                <c:pt idx="9">
                  <c:v>70.716038529999992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BBF-4EC4-8C19-604958AA2EAC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Columna3</c:v>
                </c:pt>
              </c:strCache>
            </c:strRef>
          </c:tx>
          <c:spPr>
            <a:ln w="28575" cap="rnd">
              <a:solidFill>
                <a:srgbClr val="245C4F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Hoja1!$F$2:$F$19</c:f>
              <c:numCache>
                <c:formatCode>General</c:formatCode>
                <c:ptCount val="18"/>
                <c:pt idx="10">
                  <c:v>43.603217299999997</c:v>
                </c:pt>
                <c:pt idx="11">
                  <c:v>41.677786900000001</c:v>
                </c:pt>
                <c:pt idx="12">
                  <c:v>40.665562199999997</c:v>
                </c:pt>
                <c:pt idx="13">
                  <c:v>42.785229700000002</c:v>
                </c:pt>
                <c:pt idx="14">
                  <c:v>45.740594700000003</c:v>
                </c:pt>
                <c:pt idx="15">
                  <c:v>43.480187700000002</c:v>
                </c:pt>
                <c:pt idx="16">
                  <c:v>48.084062600000003</c:v>
                </c:pt>
                <c:pt idx="17">
                  <c:v>46.680967699999997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56-4C64-9B5D-40F6C944FD54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Columna2</c:v>
                </c:pt>
              </c:strCache>
            </c:strRef>
          </c:tx>
          <c:spPr>
            <a:ln w="28575" cap="rnd">
              <a:solidFill>
                <a:srgbClr val="691932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Hoja1!$G$2:$G$19</c:f>
              <c:numCache>
                <c:formatCode>General</c:formatCode>
                <c:ptCount val="18"/>
                <c:pt idx="10">
                  <c:v>18.157271000000001</c:v>
                </c:pt>
                <c:pt idx="11">
                  <c:v>17.913432799999999</c:v>
                </c:pt>
                <c:pt idx="12">
                  <c:v>19.0687012</c:v>
                </c:pt>
                <c:pt idx="13">
                  <c:v>17.332287999999998</c:v>
                </c:pt>
                <c:pt idx="14">
                  <c:v>19.646884100000001</c:v>
                </c:pt>
                <c:pt idx="15">
                  <c:v>19.668573899999998</c:v>
                </c:pt>
                <c:pt idx="16">
                  <c:v>19.527542100000002</c:v>
                </c:pt>
                <c:pt idx="17">
                  <c:v>19.079887100000001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56-4C64-9B5D-40F6C944FD54}"/>
            </c:ext>
          </c:extLst>
        </c:ser>
        <c:ser>
          <c:idx val="6"/>
          <c:order val="6"/>
          <c:tx>
            <c:strRef>
              <c:f>Hoja1!$H$1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solidFill>
                <a:srgbClr val="B7903D"/>
              </a:solidFill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Hoja1!$H$2:$H$19</c:f>
              <c:numCache>
                <c:formatCode>General</c:formatCode>
                <c:ptCount val="18"/>
                <c:pt idx="10">
                  <c:v>11.060432799999999</c:v>
                </c:pt>
                <c:pt idx="11">
                  <c:v>9.6416538799999998</c:v>
                </c:pt>
                <c:pt idx="12">
                  <c:v>9.3566589499999999</c:v>
                </c:pt>
                <c:pt idx="13">
                  <c:v>9.1237095000000004</c:v>
                </c:pt>
                <c:pt idx="14">
                  <c:v>8.8935833800000008</c:v>
                </c:pt>
                <c:pt idx="15">
                  <c:v>9.2877021099999997</c:v>
                </c:pt>
                <c:pt idx="16">
                  <c:v>8.3552983800000007</c:v>
                </c:pt>
                <c:pt idx="17">
                  <c:v>9.3416121499999996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D56-4C64-9B5D-40F6C944FD54}"/>
            </c:ext>
          </c:extLst>
        </c:ser>
        <c:ser>
          <c:idx val="7"/>
          <c:order val="7"/>
          <c:tx>
            <c:strRef>
              <c:f>Hoja1!$I$1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solidFill>
                <a:srgbClr val="1E5B4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E5B4F"/>
              </a:solidFill>
              <a:ln w="9525">
                <a:solidFill>
                  <a:srgbClr val="1E5B4F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1.9371448100534937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C9F-4B03-862E-4586EA867726}"/>
                </c:ext>
              </c:extLst>
            </c:dLbl>
            <c:dLbl>
              <c:idx val="11"/>
              <c:layout>
                <c:manualLayout>
                  <c:x val="-1.3673963365083594E-2"/>
                  <c:y val="-3.2080148473448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9F-4B03-862E-4586EA867726}"/>
                </c:ext>
              </c:extLst>
            </c:dLbl>
            <c:dLbl>
              <c:idx val="12"/>
              <c:layout>
                <c:manualLayout>
                  <c:x val="-1.7092454206354284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C9F-4B03-862E-4586EA867726}"/>
                </c:ext>
              </c:extLst>
            </c:dLbl>
            <c:dLbl>
              <c:idx val="13"/>
              <c:layout>
                <c:manualLayout>
                  <c:x val="-1.2534466417993141E-2"/>
                  <c:y val="-3.20801484734488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9F-4B03-862E-4586EA86772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Hoja1!$A$2:$A$19</c:f>
              <c:strCache>
                <c:ptCount val="1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  <c:pt idx="10">
                  <c:v>Ene</c:v>
                </c:pt>
                <c:pt idx="11">
                  <c:v>Feb</c:v>
                </c:pt>
                <c:pt idx="12">
                  <c:v>Mar</c:v>
                </c:pt>
                <c:pt idx="13">
                  <c:v>Abr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Ago</c:v>
                </c:pt>
              </c:strCache>
            </c:strRef>
          </c:cat>
          <c:val>
            <c:numRef>
              <c:f>Hoja1!$I$2:$I$19</c:f>
              <c:numCache>
                <c:formatCode>General</c:formatCode>
                <c:ptCount val="18"/>
                <c:pt idx="10">
                  <c:v>72.820921099999993</c:v>
                </c:pt>
                <c:pt idx="11">
                  <c:v>69.232873579999989</c:v>
                </c:pt>
                <c:pt idx="12">
                  <c:v>69.09092235</c:v>
                </c:pt>
                <c:pt idx="13">
                  <c:v>69.241227199999997</c:v>
                </c:pt>
                <c:pt idx="14">
                  <c:v>74.281062179999992</c:v>
                </c:pt>
                <c:pt idx="15">
                  <c:v>72.436463709999998</c:v>
                </c:pt>
                <c:pt idx="16">
                  <c:v>75.966903080000009</c:v>
                </c:pt>
                <c:pt idx="17">
                  <c:v>75.102466950000007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D56-4C64-9B5D-40F6C944FD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9554215879265093E-2"/>
          <c:y val="2.2334533066266839E-2"/>
          <c:w val="0.9704457841207349"/>
          <c:h val="0.880366693894982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7314-4968-92D0-70C083F78191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7314-4968-92D0-70C083F78191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7314-4968-92D0-70C083F78191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7314-4968-92D0-70C083F78191}"/>
              </c:ext>
            </c:extLst>
          </c:dPt>
          <c:dPt>
            <c:idx val="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9-7314-4968-92D0-70C083F78191}"/>
              </c:ext>
            </c:extLst>
          </c:dPt>
          <c:dPt>
            <c:idx val="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B-7314-4968-92D0-70C083F78191}"/>
              </c:ext>
            </c:extLst>
          </c:dPt>
          <c:dPt>
            <c:idx val="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D-7314-4968-92D0-70C083F78191}"/>
              </c:ext>
            </c:extLst>
          </c:dPt>
          <c:dPt>
            <c:idx val="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F-105A-45A0-9CD5-2DDC735304B9}"/>
              </c:ext>
            </c:extLst>
          </c:dPt>
          <c:dPt>
            <c:idx val="8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7314-4968-92D0-70C083F78191}"/>
              </c:ext>
            </c:extLst>
          </c:dPt>
          <c:dPt>
            <c:idx val="9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3-7314-4968-92D0-70C083F78191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7314-4968-92D0-70C083F78191}"/>
              </c:ext>
            </c:extLst>
          </c:dPt>
          <c:dPt>
            <c:idx val="11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17-7BA3-484D-9A9B-72F6F5BE86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14-4968-92D0-70C083F78191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14-4968-92D0-70C083F78191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14-4968-92D0-70C083F78191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314-4968-92D0-70C083F78191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314-4968-92D0-70C083F78191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314-4968-92D0-70C083F78191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314-4968-92D0-70C083F78191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105A-45A0-9CD5-2DDC735304B9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314-4968-92D0-70C083F78191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314-4968-92D0-70C083F78191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314-4968-92D0-70C083F78191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BA3-484D-9A9B-72F6F5BE86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23</c:v>
                </c:pt>
                <c:pt idx="1">
                  <c:v>134</c:v>
                </c:pt>
                <c:pt idx="2">
                  <c:v>188</c:v>
                </c:pt>
                <c:pt idx="3">
                  <c:v>185</c:v>
                </c:pt>
                <c:pt idx="4">
                  <c:v>206</c:v>
                </c:pt>
                <c:pt idx="5">
                  <c:v>205</c:v>
                </c:pt>
                <c:pt idx="6">
                  <c:v>187</c:v>
                </c:pt>
                <c:pt idx="7">
                  <c:v>147</c:v>
                </c:pt>
                <c:pt idx="8">
                  <c:v>144</c:v>
                </c:pt>
                <c:pt idx="9">
                  <c:v>141</c:v>
                </c:pt>
                <c:pt idx="10">
                  <c:v>229</c:v>
                </c:pt>
                <c:pt idx="11">
                  <c:v>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105A-45A0-9CD5-2DDC73530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89328640"/>
        <c:axId val="893713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Lbls>
            <c:dLbl>
              <c:idx val="3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875071953084132E-2"/>
                      <c:h val="0.106808960240074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4063-4388-A982-5B0AC606778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Sheet1!$C$2:$C$44</c:f>
              <c:numCache>
                <c:formatCode>General</c:formatCode>
                <c:ptCount val="43"/>
                <c:pt idx="12">
                  <c:v>260</c:v>
                </c:pt>
                <c:pt idx="13">
                  <c:v>244</c:v>
                </c:pt>
                <c:pt idx="14">
                  <c:v>267</c:v>
                </c:pt>
                <c:pt idx="15">
                  <c:v>180</c:v>
                </c:pt>
                <c:pt idx="16">
                  <c:v>164</c:v>
                </c:pt>
                <c:pt idx="17">
                  <c:v>148</c:v>
                </c:pt>
                <c:pt idx="18">
                  <c:v>200</c:v>
                </c:pt>
                <c:pt idx="19">
                  <c:v>259</c:v>
                </c:pt>
                <c:pt idx="20">
                  <c:v>268</c:v>
                </c:pt>
                <c:pt idx="21">
                  <c:v>254</c:v>
                </c:pt>
                <c:pt idx="22">
                  <c:v>237</c:v>
                </c:pt>
                <c:pt idx="23">
                  <c:v>277</c:v>
                </c:pt>
                <c:pt idx="24">
                  <c:v>268</c:v>
                </c:pt>
                <c:pt idx="25">
                  <c:v>267</c:v>
                </c:pt>
                <c:pt idx="26">
                  <c:v>265</c:v>
                </c:pt>
                <c:pt idx="27">
                  <c:v>260</c:v>
                </c:pt>
                <c:pt idx="28">
                  <c:v>262</c:v>
                </c:pt>
                <c:pt idx="29">
                  <c:v>267</c:v>
                </c:pt>
                <c:pt idx="30">
                  <c:v>270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F-105A-45A0-9CD5-2DDC735304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Sheet1!$D$2:$D$44</c:f>
              <c:numCache>
                <c:formatCode>General</c:formatCode>
                <c:ptCount val="43"/>
                <c:pt idx="12">
                  <c:v>265</c:v>
                </c:pt>
                <c:pt idx="13">
                  <c:v>265</c:v>
                </c:pt>
                <c:pt idx="14">
                  <c:v>265</c:v>
                </c:pt>
                <c:pt idx="15">
                  <c:v>265</c:v>
                </c:pt>
                <c:pt idx="16">
                  <c:v>265</c:v>
                </c:pt>
                <c:pt idx="17">
                  <c:v>265</c:v>
                </c:pt>
                <c:pt idx="18">
                  <c:v>265</c:v>
                </c:pt>
                <c:pt idx="19">
                  <c:v>265</c:v>
                </c:pt>
                <c:pt idx="20">
                  <c:v>265</c:v>
                </c:pt>
                <c:pt idx="21">
                  <c:v>265</c:v>
                </c:pt>
                <c:pt idx="22">
                  <c:v>265</c:v>
                </c:pt>
                <c:pt idx="23">
                  <c:v>265</c:v>
                </c:pt>
                <c:pt idx="24">
                  <c:v>265</c:v>
                </c:pt>
                <c:pt idx="25">
                  <c:v>265</c:v>
                </c:pt>
                <c:pt idx="26">
                  <c:v>265</c:v>
                </c:pt>
                <c:pt idx="27">
                  <c:v>265</c:v>
                </c:pt>
                <c:pt idx="28">
                  <c:v>265</c:v>
                </c:pt>
                <c:pt idx="29">
                  <c:v>265</c:v>
                </c:pt>
                <c:pt idx="30">
                  <c:v>265</c:v>
                </c:pt>
                <c:pt idx="31">
                  <c:v>265</c:v>
                </c:pt>
                <c:pt idx="32">
                  <c:v>265</c:v>
                </c:pt>
                <c:pt idx="33">
                  <c:v>265</c:v>
                </c:pt>
                <c:pt idx="34">
                  <c:v>265</c:v>
                </c:pt>
                <c:pt idx="35">
                  <c:v>265</c:v>
                </c:pt>
                <c:pt idx="36">
                  <c:v>265</c:v>
                </c:pt>
                <c:pt idx="37">
                  <c:v>265</c:v>
                </c:pt>
                <c:pt idx="38">
                  <c:v>265</c:v>
                </c:pt>
                <c:pt idx="39">
                  <c:v>265</c:v>
                </c:pt>
                <c:pt idx="40">
                  <c:v>265</c:v>
                </c:pt>
                <c:pt idx="41">
                  <c:v>265</c:v>
                </c:pt>
                <c:pt idx="42">
                  <c:v>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0-105A-45A0-9CD5-2DDC735304B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Sheet1!$E$2:$E$44</c:f>
              <c:numCache>
                <c:formatCode>General</c:formatCode>
                <c:ptCount val="43"/>
                <c:pt idx="12">
                  <c:v>265</c:v>
                </c:pt>
                <c:pt idx="13">
                  <c:v>265</c:v>
                </c:pt>
                <c:pt idx="14">
                  <c:v>265</c:v>
                </c:pt>
                <c:pt idx="15">
                  <c:v>265</c:v>
                </c:pt>
                <c:pt idx="16">
                  <c:v>265</c:v>
                </c:pt>
                <c:pt idx="17">
                  <c:v>265</c:v>
                </c:pt>
                <c:pt idx="18">
                  <c:v>265</c:v>
                </c:pt>
                <c:pt idx="19">
                  <c:v>265</c:v>
                </c:pt>
                <c:pt idx="20">
                  <c:v>265</c:v>
                </c:pt>
                <c:pt idx="21">
                  <c:v>265</c:v>
                </c:pt>
                <c:pt idx="22">
                  <c:v>265</c:v>
                </c:pt>
                <c:pt idx="23">
                  <c:v>265</c:v>
                </c:pt>
                <c:pt idx="24">
                  <c:v>265</c:v>
                </c:pt>
                <c:pt idx="25">
                  <c:v>265</c:v>
                </c:pt>
                <c:pt idx="26">
                  <c:v>265</c:v>
                </c:pt>
                <c:pt idx="27">
                  <c:v>265</c:v>
                </c:pt>
                <c:pt idx="28">
                  <c:v>265</c:v>
                </c:pt>
                <c:pt idx="29">
                  <c:v>265</c:v>
                </c:pt>
                <c:pt idx="30">
                  <c:v>265</c:v>
                </c:pt>
                <c:pt idx="31">
                  <c:v>265</c:v>
                </c:pt>
                <c:pt idx="32">
                  <c:v>265</c:v>
                </c:pt>
                <c:pt idx="33">
                  <c:v>265</c:v>
                </c:pt>
                <c:pt idx="34">
                  <c:v>265</c:v>
                </c:pt>
                <c:pt idx="35">
                  <c:v>265</c:v>
                </c:pt>
                <c:pt idx="36">
                  <c:v>265</c:v>
                </c:pt>
                <c:pt idx="37">
                  <c:v>265</c:v>
                </c:pt>
                <c:pt idx="38">
                  <c:v>265</c:v>
                </c:pt>
                <c:pt idx="39">
                  <c:v>265</c:v>
                </c:pt>
                <c:pt idx="40">
                  <c:v>265</c:v>
                </c:pt>
                <c:pt idx="41">
                  <c:v>265</c:v>
                </c:pt>
                <c:pt idx="42">
                  <c:v>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1-105A-45A0-9CD5-2DDC73530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28640"/>
        <c:axId val="89371392"/>
      </c:lineChart>
      <c:catAx>
        <c:axId val="8932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89371392"/>
        <c:crosses val="autoZero"/>
        <c:auto val="1"/>
        <c:lblAlgn val="ctr"/>
        <c:lblOffset val="100"/>
        <c:noMultiLvlLbl val="0"/>
      </c:catAx>
      <c:valAx>
        <c:axId val="89371392"/>
        <c:scaling>
          <c:orientation val="minMax"/>
          <c:max val="350"/>
        </c:scaling>
        <c:delete val="0"/>
        <c:axPos val="l"/>
        <c:numFmt formatCode="#,##0" sourceLinked="0"/>
        <c:majorTickMark val="out"/>
        <c:minorTickMark val="none"/>
        <c:tickLblPos val="nextTo"/>
        <c:crossAx val="89328640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2" charset="0"/>
        </a:defRPr>
      </a:pPr>
      <a:endParaRPr lang="es-MX"/>
    </a:p>
  </c:txPr>
  <c:externalData r:id="rId2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8703494094488188E-2"/>
          <c:y val="3.3420284131199649E-4"/>
          <c:w val="0.97085203412073495"/>
          <c:h val="0.919823976343228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955F-4915-BDB4-B500C34FF058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955F-4915-BDB4-B500C34FF058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955F-4915-BDB4-B500C34FF058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955F-4915-BDB4-B500C34FF058}"/>
              </c:ext>
            </c:extLst>
          </c:dPt>
          <c:dPt>
            <c:idx val="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9-955F-4915-BDB4-B500C34FF058}"/>
              </c:ext>
            </c:extLst>
          </c:dPt>
          <c:dPt>
            <c:idx val="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B-955F-4915-BDB4-B500C34FF058}"/>
              </c:ext>
            </c:extLst>
          </c:dPt>
          <c:dPt>
            <c:idx val="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D-955F-4915-BDB4-B500C34FF058}"/>
              </c:ext>
            </c:extLst>
          </c:dPt>
          <c:dPt>
            <c:idx val="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E-DC59-4C80-993F-EC5C72155D32}"/>
              </c:ext>
            </c:extLst>
          </c:dPt>
          <c:dPt>
            <c:idx val="8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955F-4915-BDB4-B500C34FF058}"/>
              </c:ext>
            </c:extLst>
          </c:dPt>
          <c:dPt>
            <c:idx val="9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3-955F-4915-BDB4-B500C34FF058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955F-4915-BDB4-B500C34FF058}"/>
              </c:ext>
            </c:extLst>
          </c:dPt>
          <c:dPt>
            <c:idx val="11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17-B3C4-4EE2-965C-D274CE8369D0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55F-4915-BDB4-B500C34FF058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55F-4915-BDB4-B500C34FF058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55F-4915-BDB4-B500C34FF058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55F-4915-BDB4-B500C34FF058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955F-4915-BDB4-B500C34FF058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955F-4915-BDB4-B500C34FF058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955F-4915-BDB4-B500C34FF058}"/>
                </c:ext>
              </c:extLst>
            </c:dLbl>
            <c:dLbl>
              <c:idx val="7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DC59-4C80-993F-EC5C72155D3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955F-4915-BDB4-B500C34FF058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955F-4915-BDB4-B500C34FF058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955F-4915-BDB4-B500C34FF058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B3C4-4EE2-965C-D274CE8369D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3</c:v>
                </c:pt>
                <c:pt idx="1">
                  <c:v>50</c:v>
                </c:pt>
                <c:pt idx="2">
                  <c:v>76</c:v>
                </c:pt>
                <c:pt idx="3">
                  <c:v>74</c:v>
                </c:pt>
                <c:pt idx="4">
                  <c:v>78</c:v>
                </c:pt>
                <c:pt idx="5">
                  <c:v>68</c:v>
                </c:pt>
                <c:pt idx="6">
                  <c:v>66</c:v>
                </c:pt>
                <c:pt idx="7">
                  <c:v>72</c:v>
                </c:pt>
                <c:pt idx="8">
                  <c:v>56</c:v>
                </c:pt>
                <c:pt idx="9">
                  <c:v>48</c:v>
                </c:pt>
                <c:pt idx="10">
                  <c:v>109</c:v>
                </c:pt>
                <c:pt idx="11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DC59-4C80-993F-EC5C72155D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0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3-DC59-4C80-993F-EC5C72155D32}"/>
              </c:ext>
            </c:extLst>
          </c:dPt>
          <c:dPt>
            <c:idx val="1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9-6653-4A63-A43D-299AECD44C2E}"/>
              </c:ext>
            </c:extLst>
          </c:dPt>
          <c:dPt>
            <c:idx val="19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B-51C9-4B5F-9065-82F394997AAE}"/>
              </c:ext>
            </c:extLst>
          </c:dPt>
          <c:dPt>
            <c:idx val="20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D-5701-4DD7-8D5C-1E31112ED1B9}"/>
              </c:ext>
            </c:extLst>
          </c:dPt>
          <c:dPt>
            <c:idx val="21"/>
            <c:bubble3D val="0"/>
            <c:extLst>
              <c:ext xmlns:c16="http://schemas.microsoft.com/office/drawing/2014/chart" uri="{C3380CC4-5D6E-409C-BE32-E72D297353CC}">
                <c16:uniqueId val="{0000001F-7A0D-4FAE-B755-F268A401F528}"/>
              </c:ext>
            </c:extLst>
          </c:dPt>
          <c:dLbls>
            <c:dLbl>
              <c:idx val="2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0-7A0D-4FAE-B755-F268A401F52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Sheet1!$C$2:$C$44</c:f>
              <c:numCache>
                <c:formatCode>General</c:formatCode>
                <c:ptCount val="43"/>
                <c:pt idx="12">
                  <c:v>104</c:v>
                </c:pt>
                <c:pt idx="13">
                  <c:v>105</c:v>
                </c:pt>
                <c:pt idx="14">
                  <c:v>108</c:v>
                </c:pt>
                <c:pt idx="15">
                  <c:v>110</c:v>
                </c:pt>
                <c:pt idx="16">
                  <c:v>106</c:v>
                </c:pt>
                <c:pt idx="17">
                  <c:v>101</c:v>
                </c:pt>
                <c:pt idx="18">
                  <c:v>106</c:v>
                </c:pt>
                <c:pt idx="19">
                  <c:v>125</c:v>
                </c:pt>
                <c:pt idx="20">
                  <c:v>116</c:v>
                </c:pt>
                <c:pt idx="21">
                  <c:v>123</c:v>
                </c:pt>
                <c:pt idx="22">
                  <c:v>111</c:v>
                </c:pt>
                <c:pt idx="23">
                  <c:v>103</c:v>
                </c:pt>
                <c:pt idx="24">
                  <c:v>111</c:v>
                </c:pt>
                <c:pt idx="25">
                  <c:v>115</c:v>
                </c:pt>
                <c:pt idx="26">
                  <c:v>115</c:v>
                </c:pt>
                <c:pt idx="27">
                  <c:v>119</c:v>
                </c:pt>
                <c:pt idx="28">
                  <c:v>124</c:v>
                </c:pt>
                <c:pt idx="29">
                  <c:v>125</c:v>
                </c:pt>
                <c:pt idx="30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9-DC59-4C80-993F-EC5C72155D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Sheet1!$D$2:$D$44</c:f>
              <c:numCache>
                <c:formatCode>General</c:formatCode>
                <c:ptCount val="43"/>
                <c:pt idx="12">
                  <c:v>116</c:v>
                </c:pt>
                <c:pt idx="13">
                  <c:v>116</c:v>
                </c:pt>
                <c:pt idx="14">
                  <c:v>116</c:v>
                </c:pt>
                <c:pt idx="15">
                  <c:v>116</c:v>
                </c:pt>
                <c:pt idx="16">
                  <c:v>116</c:v>
                </c:pt>
                <c:pt idx="17">
                  <c:v>116</c:v>
                </c:pt>
                <c:pt idx="18">
                  <c:v>116</c:v>
                </c:pt>
                <c:pt idx="19">
                  <c:v>116</c:v>
                </c:pt>
                <c:pt idx="20">
                  <c:v>116</c:v>
                </c:pt>
                <c:pt idx="21">
                  <c:v>116</c:v>
                </c:pt>
                <c:pt idx="22">
                  <c:v>116</c:v>
                </c:pt>
                <c:pt idx="23">
                  <c:v>116</c:v>
                </c:pt>
                <c:pt idx="24">
                  <c:v>116</c:v>
                </c:pt>
                <c:pt idx="25">
                  <c:v>116</c:v>
                </c:pt>
                <c:pt idx="26">
                  <c:v>115</c:v>
                </c:pt>
                <c:pt idx="27">
                  <c:v>115</c:v>
                </c:pt>
                <c:pt idx="28">
                  <c:v>116</c:v>
                </c:pt>
                <c:pt idx="29">
                  <c:v>116</c:v>
                </c:pt>
                <c:pt idx="30">
                  <c:v>116</c:v>
                </c:pt>
                <c:pt idx="31">
                  <c:v>116</c:v>
                </c:pt>
                <c:pt idx="32">
                  <c:v>116</c:v>
                </c:pt>
                <c:pt idx="33">
                  <c:v>116</c:v>
                </c:pt>
                <c:pt idx="34">
                  <c:v>116</c:v>
                </c:pt>
                <c:pt idx="35">
                  <c:v>116</c:v>
                </c:pt>
                <c:pt idx="36">
                  <c:v>116</c:v>
                </c:pt>
                <c:pt idx="37">
                  <c:v>116</c:v>
                </c:pt>
                <c:pt idx="38">
                  <c:v>116</c:v>
                </c:pt>
                <c:pt idx="39">
                  <c:v>116</c:v>
                </c:pt>
                <c:pt idx="40">
                  <c:v>116</c:v>
                </c:pt>
                <c:pt idx="41">
                  <c:v>116</c:v>
                </c:pt>
                <c:pt idx="42">
                  <c:v>116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A-DC59-4C80-993F-EC5C72155D3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Sheet1!$E$2:$E$44</c:f>
              <c:numCache>
                <c:formatCode>General</c:formatCode>
                <c:ptCount val="43"/>
                <c:pt idx="12">
                  <c:v>116</c:v>
                </c:pt>
                <c:pt idx="13">
                  <c:v>116</c:v>
                </c:pt>
                <c:pt idx="14">
                  <c:v>116</c:v>
                </c:pt>
                <c:pt idx="15">
                  <c:v>116</c:v>
                </c:pt>
                <c:pt idx="16">
                  <c:v>116</c:v>
                </c:pt>
                <c:pt idx="17">
                  <c:v>116</c:v>
                </c:pt>
                <c:pt idx="18">
                  <c:v>116</c:v>
                </c:pt>
                <c:pt idx="19">
                  <c:v>116</c:v>
                </c:pt>
                <c:pt idx="20">
                  <c:v>116</c:v>
                </c:pt>
                <c:pt idx="21">
                  <c:v>116</c:v>
                </c:pt>
                <c:pt idx="22">
                  <c:v>116</c:v>
                </c:pt>
                <c:pt idx="23">
                  <c:v>116</c:v>
                </c:pt>
                <c:pt idx="24">
                  <c:v>116</c:v>
                </c:pt>
                <c:pt idx="25">
                  <c:v>116</c:v>
                </c:pt>
                <c:pt idx="26">
                  <c:v>115</c:v>
                </c:pt>
                <c:pt idx="27">
                  <c:v>115</c:v>
                </c:pt>
                <c:pt idx="28">
                  <c:v>116</c:v>
                </c:pt>
                <c:pt idx="29">
                  <c:v>116</c:v>
                </c:pt>
                <c:pt idx="30">
                  <c:v>116</c:v>
                </c:pt>
                <c:pt idx="31">
                  <c:v>116</c:v>
                </c:pt>
                <c:pt idx="32">
                  <c:v>116</c:v>
                </c:pt>
                <c:pt idx="33">
                  <c:v>116</c:v>
                </c:pt>
                <c:pt idx="34">
                  <c:v>116</c:v>
                </c:pt>
                <c:pt idx="35">
                  <c:v>116</c:v>
                </c:pt>
                <c:pt idx="36">
                  <c:v>116</c:v>
                </c:pt>
                <c:pt idx="37">
                  <c:v>116</c:v>
                </c:pt>
                <c:pt idx="38">
                  <c:v>116</c:v>
                </c:pt>
                <c:pt idx="39">
                  <c:v>116</c:v>
                </c:pt>
                <c:pt idx="40">
                  <c:v>116</c:v>
                </c:pt>
                <c:pt idx="41">
                  <c:v>116</c:v>
                </c:pt>
                <c:pt idx="42">
                  <c:v>116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B-DC59-4C80-993F-EC5C72155D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1828494094488187E-2"/>
          <c:y val="3.3420298683849522E-4"/>
          <c:w val="0.96772703412073491"/>
          <c:h val="0.90046868975229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691B31"/>
              </a:solidFill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14DC-4ECD-A5B4-10697313EC1E}"/>
              </c:ext>
            </c:extLst>
          </c:dPt>
          <c:dPt>
            <c:idx val="1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14DC-4ECD-A5B4-10697313EC1E}"/>
              </c:ext>
            </c:extLst>
          </c:dPt>
          <c:dPt>
            <c:idx val="2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14DC-4ECD-A5B4-10697313EC1E}"/>
              </c:ext>
            </c:extLst>
          </c:dPt>
          <c:dPt>
            <c:idx val="3"/>
            <c:invertIfNegative val="1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14DC-4ECD-A5B4-10697313EC1E}"/>
              </c:ext>
            </c:extLst>
          </c:dPt>
          <c:dPt>
            <c:idx val="4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9-14DC-4ECD-A5B4-10697313EC1E}"/>
              </c:ext>
            </c:extLst>
          </c:dPt>
          <c:dPt>
            <c:idx val="5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B-14DC-4ECD-A5B4-10697313EC1E}"/>
              </c:ext>
            </c:extLst>
          </c:dPt>
          <c:dPt>
            <c:idx val="6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D-14DC-4ECD-A5B4-10697313EC1E}"/>
              </c:ext>
            </c:extLst>
          </c:dPt>
          <c:dPt>
            <c:idx val="7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0E-758B-4E7C-AB02-8067DA9F304C}"/>
              </c:ext>
            </c:extLst>
          </c:dPt>
          <c:dPt>
            <c:idx val="8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1-14DC-4ECD-A5B4-10697313EC1E}"/>
              </c:ext>
            </c:extLst>
          </c:dPt>
          <c:dPt>
            <c:idx val="9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3-14DC-4ECD-A5B4-10697313EC1E}"/>
              </c:ext>
            </c:extLst>
          </c:dPt>
          <c:dPt>
            <c:idx val="10"/>
            <c:invertIfNegative val="1"/>
            <c:bubble3D val="0"/>
            <c:spPr>
              <a:solidFill>
                <a:srgbClr val="245C4F"/>
              </a:solidFill>
            </c:spPr>
            <c:extLst>
              <c:ext xmlns:c16="http://schemas.microsoft.com/office/drawing/2014/chart" uri="{C3380CC4-5D6E-409C-BE32-E72D297353CC}">
                <c16:uniqueId val="{00000015-14DC-4ECD-A5B4-10697313EC1E}"/>
              </c:ext>
            </c:extLst>
          </c:dPt>
          <c:dPt>
            <c:idx val="11"/>
            <c:invertIfNegative val="1"/>
            <c:bubble3D val="0"/>
            <c:spPr>
              <a:solidFill>
                <a:srgbClr val="691932"/>
              </a:solidFill>
            </c:spPr>
            <c:extLst>
              <c:ext xmlns:c16="http://schemas.microsoft.com/office/drawing/2014/chart" uri="{C3380CC4-5D6E-409C-BE32-E72D297353CC}">
                <c16:uniqueId val="{00000017-669E-4ABF-8399-D181FD61E9A7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4DC-4ECD-A5B4-10697313EC1E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4DC-4ECD-A5B4-10697313EC1E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14DC-4ECD-A5B4-10697313EC1E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14DC-4ECD-A5B4-10697313EC1E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4DC-4ECD-A5B4-10697313EC1E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14DC-4ECD-A5B4-10697313EC1E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14DC-4ECD-A5B4-10697313EC1E}"/>
                </c:ext>
              </c:extLst>
            </c:dLbl>
            <c:dLbl>
              <c:idx val="7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758B-4E7C-AB02-8067DA9F304C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14DC-4ECD-A5B4-10697313EC1E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14DC-4ECD-A5B4-10697313EC1E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 b="0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14DC-4ECD-A5B4-10697313EC1E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1400" b="1"/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669E-4ABF-8399-D181FD61E9A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10</c:v>
                </c:pt>
                <c:pt idx="1">
                  <c:v>54</c:v>
                </c:pt>
                <c:pt idx="2">
                  <c:v>78</c:v>
                </c:pt>
                <c:pt idx="3">
                  <c:v>76</c:v>
                </c:pt>
                <c:pt idx="4">
                  <c:v>79</c:v>
                </c:pt>
                <c:pt idx="5">
                  <c:v>83</c:v>
                </c:pt>
                <c:pt idx="6">
                  <c:v>65</c:v>
                </c:pt>
                <c:pt idx="7">
                  <c:v>69</c:v>
                </c:pt>
                <c:pt idx="8">
                  <c:v>62</c:v>
                </c:pt>
                <c:pt idx="9">
                  <c:v>64</c:v>
                </c:pt>
                <c:pt idx="10">
                  <c:v>93</c:v>
                </c:pt>
                <c:pt idx="11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758B-4E7C-AB02-8067DA9F3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1"/>
        <c:axId val="92905472"/>
        <c:axId val="92907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Diario</c:v>
                </c:pt>
              </c:strCache>
            </c:strRef>
          </c:tx>
          <c:spPr>
            <a:ln w="15875">
              <a:solidFill>
                <a:srgbClr val="691B31"/>
              </a:solidFill>
              <a:prstDash val="sysDash"/>
            </a:ln>
          </c:spPr>
          <c:marker>
            <c:symbol val="circle"/>
            <c:size val="5"/>
            <c:spPr>
              <a:solidFill>
                <a:srgbClr val="691B31"/>
              </a:solidFill>
              <a:ln w="12700">
                <a:solidFill>
                  <a:srgbClr val="691B31"/>
                </a:solidFill>
              </a:ln>
            </c:spPr>
          </c:marker>
          <c:dPt>
            <c:idx val="0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23-758B-4E7C-AB02-8067DA9F304C}"/>
              </c:ext>
            </c:extLst>
          </c:dPt>
          <c:dPt>
            <c:idx val="18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9-51E5-4D60-8C17-BEF4D51F271F}"/>
              </c:ext>
            </c:extLst>
          </c:dPt>
          <c:dPt>
            <c:idx val="19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B-2C59-4E9F-988A-4829D9F2FC4E}"/>
              </c:ext>
            </c:extLst>
          </c:dPt>
          <c:dPt>
            <c:idx val="20"/>
            <c:bubble3D val="0"/>
            <c:spPr>
              <a:ln w="15875">
                <a:solidFill>
                  <a:srgbClr val="691B3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D-EE22-4C9E-94B6-9EF2538F5702}"/>
              </c:ext>
            </c:extLst>
          </c:dPt>
          <c:dPt>
            <c:idx val="21"/>
            <c:bubble3D val="0"/>
            <c:extLst>
              <c:ext xmlns:c16="http://schemas.microsoft.com/office/drawing/2014/chart" uri="{C3380CC4-5D6E-409C-BE32-E72D297353CC}">
                <c16:uniqueId val="{0000001F-6E77-48C0-809D-B569B1783108}"/>
              </c:ext>
            </c:extLst>
          </c:dPt>
          <c:dLbls>
            <c:dLbl>
              <c:idx val="27"/>
              <c:layout>
                <c:manualLayout>
                  <c:x val="-3.3611138451443721E-2"/>
                  <c:y val="-1.78306546655498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763888888888884E-2"/>
                      <c:h val="8.2667807103290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0-6E77-48C0-809D-B569B178310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Sheet1!$C$2:$C$44</c:f>
              <c:numCache>
                <c:formatCode>General</c:formatCode>
                <c:ptCount val="43"/>
                <c:pt idx="12">
                  <c:v>109</c:v>
                </c:pt>
                <c:pt idx="13">
                  <c:v>105</c:v>
                </c:pt>
                <c:pt idx="14">
                  <c:v>99</c:v>
                </c:pt>
                <c:pt idx="15">
                  <c:v>106</c:v>
                </c:pt>
                <c:pt idx="16">
                  <c:v>106</c:v>
                </c:pt>
                <c:pt idx="17">
                  <c:v>85</c:v>
                </c:pt>
                <c:pt idx="18">
                  <c:v>97</c:v>
                </c:pt>
                <c:pt idx="19">
                  <c:v>120</c:v>
                </c:pt>
                <c:pt idx="20">
                  <c:v>116</c:v>
                </c:pt>
                <c:pt idx="21">
                  <c:v>113</c:v>
                </c:pt>
                <c:pt idx="22">
                  <c:v>112</c:v>
                </c:pt>
                <c:pt idx="23">
                  <c:v>108</c:v>
                </c:pt>
                <c:pt idx="24">
                  <c:v>107</c:v>
                </c:pt>
                <c:pt idx="25">
                  <c:v>100</c:v>
                </c:pt>
                <c:pt idx="26">
                  <c:v>95</c:v>
                </c:pt>
                <c:pt idx="27">
                  <c:v>99</c:v>
                </c:pt>
                <c:pt idx="28">
                  <c:v>104</c:v>
                </c:pt>
                <c:pt idx="29">
                  <c:v>109</c:v>
                </c:pt>
                <c:pt idx="30">
                  <c:v>109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C-758B-4E7C-AB02-8067DA9F30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Programa</c:v>
                </c:pt>
              </c:strCache>
            </c:strRef>
          </c:tx>
          <c:spPr>
            <a:ln>
              <a:solidFill>
                <a:srgbClr val="C09200"/>
              </a:solidFill>
              <a:prstDash val="sysDash"/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Sheet1!$D$2:$D$44</c:f>
              <c:numCache>
                <c:formatCode>General</c:formatCode>
                <c:ptCount val="43"/>
                <c:pt idx="12">
                  <c:v>110</c:v>
                </c:pt>
                <c:pt idx="13">
                  <c:v>110</c:v>
                </c:pt>
                <c:pt idx="14">
                  <c:v>110</c:v>
                </c:pt>
                <c:pt idx="15">
                  <c:v>110</c:v>
                </c:pt>
                <c:pt idx="16">
                  <c:v>110</c:v>
                </c:pt>
                <c:pt idx="17">
                  <c:v>110</c:v>
                </c:pt>
                <c:pt idx="18">
                  <c:v>110</c:v>
                </c:pt>
                <c:pt idx="19">
                  <c:v>110</c:v>
                </c:pt>
                <c:pt idx="20">
                  <c:v>110</c:v>
                </c:pt>
                <c:pt idx="21">
                  <c:v>110</c:v>
                </c:pt>
                <c:pt idx="22">
                  <c:v>110</c:v>
                </c:pt>
                <c:pt idx="23">
                  <c:v>110</c:v>
                </c:pt>
                <c:pt idx="24">
                  <c:v>110</c:v>
                </c:pt>
                <c:pt idx="25">
                  <c:v>110</c:v>
                </c:pt>
                <c:pt idx="26">
                  <c:v>110</c:v>
                </c:pt>
                <c:pt idx="27">
                  <c:v>110</c:v>
                </c:pt>
                <c:pt idx="28">
                  <c:v>110</c:v>
                </c:pt>
                <c:pt idx="29">
                  <c:v>110</c:v>
                </c:pt>
                <c:pt idx="30">
                  <c:v>110</c:v>
                </c:pt>
                <c:pt idx="31">
                  <c:v>110</c:v>
                </c:pt>
                <c:pt idx="32">
                  <c:v>110</c:v>
                </c:pt>
                <c:pt idx="33">
                  <c:v>110</c:v>
                </c:pt>
                <c:pt idx="34">
                  <c:v>110</c:v>
                </c:pt>
                <c:pt idx="35">
                  <c:v>110</c:v>
                </c:pt>
                <c:pt idx="36">
                  <c:v>110</c:v>
                </c:pt>
                <c:pt idx="37">
                  <c:v>110</c:v>
                </c:pt>
                <c:pt idx="38">
                  <c:v>110</c:v>
                </c:pt>
                <c:pt idx="39">
                  <c:v>110</c:v>
                </c:pt>
                <c:pt idx="40">
                  <c:v>110</c:v>
                </c:pt>
                <c:pt idx="41">
                  <c:v>110</c:v>
                </c:pt>
                <c:pt idx="42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D-758B-4E7C-AB02-8067DA9F30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Columna1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Ene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  <c:pt idx="24">
                  <c:v>13</c:v>
                </c:pt>
                <c:pt idx="25">
                  <c:v>14</c:v>
                </c:pt>
                <c:pt idx="26">
                  <c:v>15</c:v>
                </c:pt>
                <c:pt idx="27">
                  <c:v>16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20</c:v>
                </c:pt>
                <c:pt idx="32">
                  <c:v>21</c:v>
                </c:pt>
                <c:pt idx="33">
                  <c:v>22</c:v>
                </c:pt>
                <c:pt idx="34">
                  <c:v>23</c:v>
                </c:pt>
                <c:pt idx="35">
                  <c:v>24</c:v>
                </c:pt>
                <c:pt idx="36">
                  <c:v>25</c:v>
                </c:pt>
                <c:pt idx="37">
                  <c:v>26</c:v>
                </c:pt>
                <c:pt idx="38">
                  <c:v>27</c:v>
                </c:pt>
                <c:pt idx="39">
                  <c:v>28</c:v>
                </c:pt>
                <c:pt idx="40">
                  <c:v>29</c:v>
                </c:pt>
                <c:pt idx="41">
                  <c:v>30</c:v>
                </c:pt>
                <c:pt idx="42">
                  <c:v>31</c:v>
                </c:pt>
              </c:strCache>
            </c:strRef>
          </c:cat>
          <c:val>
            <c:numRef>
              <c:f>Sheet1!$E$2:$E$44</c:f>
              <c:numCache>
                <c:formatCode>General</c:formatCode>
                <c:ptCount val="43"/>
                <c:pt idx="12">
                  <c:v>110</c:v>
                </c:pt>
                <c:pt idx="13">
                  <c:v>110</c:v>
                </c:pt>
                <c:pt idx="14">
                  <c:v>110</c:v>
                </c:pt>
                <c:pt idx="15">
                  <c:v>110</c:v>
                </c:pt>
                <c:pt idx="16">
                  <c:v>110</c:v>
                </c:pt>
                <c:pt idx="17">
                  <c:v>110</c:v>
                </c:pt>
                <c:pt idx="18">
                  <c:v>110</c:v>
                </c:pt>
                <c:pt idx="19">
                  <c:v>110</c:v>
                </c:pt>
                <c:pt idx="20">
                  <c:v>110</c:v>
                </c:pt>
                <c:pt idx="21">
                  <c:v>110</c:v>
                </c:pt>
                <c:pt idx="22">
                  <c:v>110</c:v>
                </c:pt>
                <c:pt idx="23">
                  <c:v>110</c:v>
                </c:pt>
                <c:pt idx="24">
                  <c:v>110</c:v>
                </c:pt>
                <c:pt idx="25">
                  <c:v>110</c:v>
                </c:pt>
                <c:pt idx="26">
                  <c:v>110</c:v>
                </c:pt>
                <c:pt idx="27">
                  <c:v>110</c:v>
                </c:pt>
                <c:pt idx="28">
                  <c:v>110</c:v>
                </c:pt>
                <c:pt idx="29">
                  <c:v>110</c:v>
                </c:pt>
                <c:pt idx="30">
                  <c:v>110</c:v>
                </c:pt>
                <c:pt idx="31">
                  <c:v>110</c:v>
                </c:pt>
                <c:pt idx="32">
                  <c:v>110</c:v>
                </c:pt>
                <c:pt idx="33">
                  <c:v>110</c:v>
                </c:pt>
                <c:pt idx="34">
                  <c:v>110</c:v>
                </c:pt>
                <c:pt idx="35">
                  <c:v>110</c:v>
                </c:pt>
                <c:pt idx="36">
                  <c:v>110</c:v>
                </c:pt>
                <c:pt idx="37">
                  <c:v>110</c:v>
                </c:pt>
                <c:pt idx="38">
                  <c:v>110</c:v>
                </c:pt>
                <c:pt idx="39">
                  <c:v>110</c:v>
                </c:pt>
                <c:pt idx="40">
                  <c:v>110</c:v>
                </c:pt>
                <c:pt idx="41">
                  <c:v>110</c:v>
                </c:pt>
                <c:pt idx="42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E-758B-4E7C-AB02-8067DA9F3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05472"/>
        <c:axId val="92907008"/>
      </c:lineChart>
      <c:catAx>
        <c:axId val="92905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MX"/>
          </a:p>
        </c:txPr>
        <c:crossAx val="92907008"/>
        <c:crosses val="autoZero"/>
        <c:auto val="1"/>
        <c:lblAlgn val="ctr"/>
        <c:lblOffset val="100"/>
        <c:noMultiLvlLbl val="0"/>
      </c:catAx>
      <c:valAx>
        <c:axId val="92907008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2905472"/>
        <c:crosses val="autoZero"/>
        <c:crossBetween val="between"/>
      </c:valAx>
    </c:plotArea>
    <c:plotVisOnly val="1"/>
    <c:dispBlanksAs val="gap"/>
    <c:showDLblsOverMax val="0"/>
  </c:chart>
  <c:spPr>
    <a:ln w="15875">
      <a:solidFill>
        <a:srgbClr val="691B31"/>
      </a:solidFill>
    </a:ln>
  </c:spPr>
  <c:txPr>
    <a:bodyPr/>
    <a:lstStyle/>
    <a:p>
      <a:pPr>
        <a:defRPr sz="800">
          <a:latin typeface="Montserrat" panose="00000500000000000000" pitchFamily="50" charset="0"/>
        </a:defRPr>
      </a:pPr>
      <a:endParaRPr lang="es-MX"/>
    </a:p>
  </c:txPr>
  <c:externalData r:id="rId2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Hoja1!$A$2:$A$12</c:f>
              <c:strCache>
                <c:ptCount val="11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Ene</c:v>
                </c:pt>
                <c:pt idx="4">
                  <c:v>Feb</c:v>
                </c:pt>
                <c:pt idx="5">
                  <c:v>Mar</c:v>
                </c:pt>
                <c:pt idx="6">
                  <c:v>Abr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</c:strCache>
            </c:strRef>
          </c:cat>
          <c:val>
            <c:numRef>
              <c:f>Hoja1!$B$2:$B$12</c:f>
              <c:numCache>
                <c:formatCode>General</c:formatCode>
                <c:ptCount val="11"/>
                <c:pt idx="0">
                  <c:v>13.1914201</c:v>
                </c:pt>
                <c:pt idx="1">
                  <c:v>37.194897500000003</c:v>
                </c:pt>
                <c:pt idx="2">
                  <c:v>42.078962400000002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Hoja1!$A$2:$A$12</c:f>
              <c:strCache>
                <c:ptCount val="11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Ene</c:v>
                </c:pt>
                <c:pt idx="4">
                  <c:v>Feb</c:v>
                </c:pt>
                <c:pt idx="5">
                  <c:v>Mar</c:v>
                </c:pt>
                <c:pt idx="6">
                  <c:v>Abr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</c:strCache>
            </c:strRef>
          </c:cat>
          <c:val>
            <c:numRef>
              <c:f>Hoja1!$C$2:$C$12</c:f>
              <c:numCache>
                <c:formatCode>General</c:formatCode>
                <c:ptCount val="11"/>
                <c:pt idx="0">
                  <c:v>43.167254200000002</c:v>
                </c:pt>
                <c:pt idx="1">
                  <c:v>40.323112999999999</c:v>
                </c:pt>
                <c:pt idx="2">
                  <c:v>41.734658199999998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2"/>
          <c:order val="2"/>
          <c:tx>
            <c:strRef>
              <c:f>Hoja1!$D$1</c:f>
              <c:strCache>
                <c:ptCount val="1"/>
                <c:pt idx="0">
                  <c:v>Columna3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1E5B4F"/>
              </a:solidFill>
              <a:ln w="9525">
                <a:solidFill>
                  <a:srgbClr val="1E5B4F"/>
                </a:solidFill>
              </a:ln>
              <a:effectLst/>
            </c:spPr>
          </c:marker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E233-492C-B060-570CEFC3C198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Hoja1!$A$2:$A$12</c:f>
              <c:strCache>
                <c:ptCount val="11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Ene</c:v>
                </c:pt>
                <c:pt idx="4">
                  <c:v>Feb</c:v>
                </c:pt>
                <c:pt idx="5">
                  <c:v>Mar</c:v>
                </c:pt>
                <c:pt idx="6">
                  <c:v>Abr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</c:strCache>
            </c:strRef>
          </c:cat>
          <c:val>
            <c:numRef>
              <c:f>Hoja1!$D$2:$D$12</c:f>
              <c:numCache>
                <c:formatCode>General</c:formatCode>
                <c:ptCount val="11"/>
                <c:pt idx="0">
                  <c:v>56.358674300000004</c:v>
                </c:pt>
                <c:pt idx="1">
                  <c:v>77.518010500000003</c:v>
                </c:pt>
                <c:pt idx="2">
                  <c:v>83.813620600000007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Columna2</c:v>
                </c:pt>
              </c:strCache>
            </c:strRef>
          </c:tx>
          <c:spPr>
            <a:ln w="28575" cap="rnd">
              <a:solidFill>
                <a:srgbClr val="245C4F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2.5447916666666667E-2"/>
                  <c:y val="2.4978525264818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16-4B5D-BA58-681659361BD8}"/>
                </c:ext>
              </c:extLst>
            </c:dLbl>
            <c:dLbl>
              <c:idx val="4"/>
              <c:layout>
                <c:manualLayout>
                  <c:x val="-1.9197916666666742E-2"/>
                  <c:y val="2.2163256755813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16-4B5D-BA58-681659361BD8}"/>
                </c:ext>
              </c:extLst>
            </c:dLbl>
            <c:dLbl>
              <c:idx val="6"/>
              <c:layout>
                <c:manualLayout>
                  <c:x val="-1.6072916666666666E-2"/>
                  <c:y val="-2.85115764062765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16-4B5D-BA58-681659361BD8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Hoja1!$A$2:$A$12</c:f>
              <c:strCache>
                <c:ptCount val="11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Ene</c:v>
                </c:pt>
                <c:pt idx="4">
                  <c:v>Feb</c:v>
                </c:pt>
                <c:pt idx="5">
                  <c:v>Mar</c:v>
                </c:pt>
                <c:pt idx="6">
                  <c:v>Abr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</c:strCache>
            </c:strRef>
          </c:cat>
          <c:val>
            <c:numRef>
              <c:f>Hoja1!$E$2:$E$12</c:f>
              <c:numCache>
                <c:formatCode>General</c:formatCode>
                <c:ptCount val="11"/>
                <c:pt idx="3">
                  <c:v>37.678904500000002</c:v>
                </c:pt>
                <c:pt idx="4">
                  <c:v>33.256600900000002</c:v>
                </c:pt>
                <c:pt idx="5">
                  <c:v>35.401032899999997</c:v>
                </c:pt>
                <c:pt idx="6">
                  <c:v>49.784275299999997</c:v>
                </c:pt>
                <c:pt idx="7">
                  <c:v>42.627737600000003</c:v>
                </c:pt>
                <c:pt idx="8">
                  <c:v>39.928577500000003</c:v>
                </c:pt>
                <c:pt idx="9">
                  <c:v>49.726816700000001</c:v>
                </c:pt>
                <c:pt idx="10">
                  <c:v>48.377853100000003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16-4B5D-BA58-681659361BD8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solidFill>
                <a:srgbClr val="691932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1.6153707349081364E-2"/>
                  <c:y val="2.2163256755813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16-4B5D-BA58-681659361BD8}"/>
                </c:ext>
              </c:extLst>
            </c:dLbl>
            <c:dLbl>
              <c:idx val="6"/>
              <c:layout>
                <c:manualLayout>
                  <c:x val="-1.9799540682414851E-2"/>
                  <c:y val="3.9054867809843019E-2"/>
                </c:manualLayout>
              </c:layout>
              <c:numFmt formatCode="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defRPr>
                  </a:pPr>
                  <a:endParaRPr lang="es-MX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57332677165354E-2"/>
                      <c:h val="5.983864299624372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A7E-45CB-9722-2707B584FFBF}"/>
                </c:ext>
              </c:extLst>
            </c:dLbl>
            <c:dLbl>
              <c:idx val="7"/>
              <c:layout>
                <c:manualLayout>
                  <c:x val="-1.823704068241485E-2"/>
                  <c:y val="2.49785252648182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7E-45CB-9722-2707B584FFBF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Hoja1!$A$2:$A$12</c:f>
              <c:strCache>
                <c:ptCount val="11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Ene</c:v>
                </c:pt>
                <c:pt idx="4">
                  <c:v>Feb</c:v>
                </c:pt>
                <c:pt idx="5">
                  <c:v>Mar</c:v>
                </c:pt>
                <c:pt idx="6">
                  <c:v>Abr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</c:strCache>
            </c:strRef>
          </c:cat>
          <c:val>
            <c:numRef>
              <c:f>Hoja1!$F$2:$F$12</c:f>
              <c:numCache>
                <c:formatCode>General</c:formatCode>
                <c:ptCount val="11"/>
                <c:pt idx="3">
                  <c:v>38.323090700000002</c:v>
                </c:pt>
                <c:pt idx="4">
                  <c:v>40.5343357</c:v>
                </c:pt>
                <c:pt idx="5">
                  <c:v>34.632217699999998</c:v>
                </c:pt>
                <c:pt idx="6">
                  <c:v>47.150101900000003</c:v>
                </c:pt>
                <c:pt idx="7">
                  <c:v>42.672135400000002</c:v>
                </c:pt>
                <c:pt idx="8">
                  <c:v>45.209942599999998</c:v>
                </c:pt>
                <c:pt idx="9">
                  <c:v>40.5096785</c:v>
                </c:pt>
                <c:pt idx="10">
                  <c:v>46.5647308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716-4B5D-BA58-681659361BD8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solidFill>
                <a:srgbClr val="1E5B4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E5B4F"/>
              </a:solidFill>
              <a:ln w="9525">
                <a:solidFill>
                  <a:srgbClr val="1E5B4F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1.9371448100534937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A91-460A-8BFB-9E2768A6F53F}"/>
                </c:ext>
              </c:extLst>
            </c:dLbl>
            <c:dLbl>
              <c:idx val="4"/>
              <c:layout>
                <c:manualLayout>
                  <c:x val="-1.3673963365083594E-2"/>
                  <c:y val="-3.2080148473448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A91-460A-8BFB-9E2768A6F53F}"/>
                </c:ext>
              </c:extLst>
            </c:dLbl>
            <c:dLbl>
              <c:idx val="5"/>
              <c:layout>
                <c:manualLayout>
                  <c:x val="-1.7092454206354284E-2"/>
                  <c:y val="-2.9163771339498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A91-460A-8BFB-9E2768A6F53F}"/>
                </c:ext>
              </c:extLst>
            </c:dLbl>
            <c:dLbl>
              <c:idx val="6"/>
              <c:layout>
                <c:manualLayout>
                  <c:x val="-1.2534466417993141E-2"/>
                  <c:y val="-3.20801484734488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A91-460A-8BFB-9E2768A6F53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Hoja1!$A$2:$A$12</c:f>
              <c:strCache>
                <c:ptCount val="11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Ene</c:v>
                </c:pt>
                <c:pt idx="4">
                  <c:v>Feb</c:v>
                </c:pt>
                <c:pt idx="5">
                  <c:v>Mar</c:v>
                </c:pt>
                <c:pt idx="6">
                  <c:v>Abr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</c:strCache>
            </c:strRef>
          </c:cat>
          <c:val>
            <c:numRef>
              <c:f>Hoja1!$G$2:$G$12</c:f>
              <c:numCache>
                <c:formatCode>General</c:formatCode>
                <c:ptCount val="11"/>
                <c:pt idx="3">
                  <c:v>76.00199520000001</c:v>
                </c:pt>
                <c:pt idx="4">
                  <c:v>73.790936600000009</c:v>
                </c:pt>
                <c:pt idx="5">
                  <c:v>70.033250600000002</c:v>
                </c:pt>
                <c:pt idx="6">
                  <c:v>96.9343772</c:v>
                </c:pt>
                <c:pt idx="7">
                  <c:v>85.299873000000005</c:v>
                </c:pt>
                <c:pt idx="8">
                  <c:v>85.138520099999994</c:v>
                </c:pt>
                <c:pt idx="9">
                  <c:v>90.236495200000007</c:v>
                </c:pt>
                <c:pt idx="10">
                  <c:v>94.942583900000002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716-4B5D-BA58-681659361B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Gasolinas</c:v>
                </c:pt>
              </c:strCache>
            </c:strRef>
          </c:tx>
          <c:spPr>
            <a:solidFill>
              <a:srgbClr val="69193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Hoja1!$A$2:$A$8</c:f>
              <c:strCache>
                <c:ptCount val="7"/>
                <c:pt idx="0">
                  <c:v>CAD</c:v>
                </c:pt>
                <c:pt idx="1">
                  <c:v>MAD</c:v>
                </c:pt>
                <c:pt idx="2">
                  <c:v>MIN</c:v>
                </c:pt>
                <c:pt idx="3">
                  <c:v>SAL</c:v>
                </c:pt>
                <c:pt idx="4">
                  <c:v>SCZ</c:v>
                </c:pt>
                <c:pt idx="5">
                  <c:v>TUL</c:v>
                </c:pt>
                <c:pt idx="6">
                  <c:v>OLM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34.677358699999999</c:v>
                </c:pt>
                <c:pt idx="1">
                  <c:v>29.6694067</c:v>
                </c:pt>
                <c:pt idx="2">
                  <c:v>29.747101199999999</c:v>
                </c:pt>
                <c:pt idx="3">
                  <c:v>34.057347399999998</c:v>
                </c:pt>
                <c:pt idx="4">
                  <c:v>34.9884846</c:v>
                </c:pt>
                <c:pt idx="5">
                  <c:v>42.565126800000002</c:v>
                </c:pt>
                <c:pt idx="6">
                  <c:v>42.078962400000002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F-4EC4-8C19-604958AA2E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1E5B4F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Hoja1!$A$2:$A$8</c:f>
              <c:strCache>
                <c:ptCount val="7"/>
                <c:pt idx="0">
                  <c:v>CAD</c:v>
                </c:pt>
                <c:pt idx="1">
                  <c:v>MAD</c:v>
                </c:pt>
                <c:pt idx="2">
                  <c:v>MIN</c:v>
                </c:pt>
                <c:pt idx="3">
                  <c:v>SAL</c:v>
                </c:pt>
                <c:pt idx="4">
                  <c:v>SCZ</c:v>
                </c:pt>
                <c:pt idx="5">
                  <c:v>TUL</c:v>
                </c:pt>
                <c:pt idx="6">
                  <c:v>OLM</c:v>
                </c:pt>
              </c:strCache>
            </c:strRef>
          </c:cat>
          <c:val>
            <c:numRef>
              <c:f>Hoja1!$C$2:$C$8</c:f>
              <c:numCache>
                <c:formatCode>General</c:formatCode>
                <c:ptCount val="7"/>
                <c:pt idx="0">
                  <c:v>28.450853299999999</c:v>
                </c:pt>
                <c:pt idx="1">
                  <c:v>27.066611000000002</c:v>
                </c:pt>
                <c:pt idx="2">
                  <c:v>27.7883523</c:v>
                </c:pt>
                <c:pt idx="3">
                  <c:v>20.044375899999999</c:v>
                </c:pt>
                <c:pt idx="4">
                  <c:v>14.9608615</c:v>
                </c:pt>
                <c:pt idx="5">
                  <c:v>18.775138500000001</c:v>
                </c:pt>
                <c:pt idx="6">
                  <c:v>41.734658199999998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F-4EC4-8C19-604958AA2E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Turbosina</c:v>
                </c:pt>
              </c:strCache>
            </c:strRef>
          </c:tx>
          <c:spPr>
            <a:solidFill>
              <a:srgbClr val="B7903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04166666666666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AA-417B-8517-6BE3D148E54D}"/>
                </c:ext>
              </c:extLst>
            </c:dLbl>
            <c:dLbl>
              <c:idx val="2"/>
              <c:layout>
                <c:manualLayout>
                  <c:x val="-7.638800644811996E-17"/>
                  <c:y val="-1.40763425450249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33-492C-B060-570CEFC3C198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Hoja1!$A$2:$A$8</c:f>
              <c:strCache>
                <c:ptCount val="7"/>
                <c:pt idx="0">
                  <c:v>CAD</c:v>
                </c:pt>
                <c:pt idx="1">
                  <c:v>MAD</c:v>
                </c:pt>
                <c:pt idx="2">
                  <c:v>MIN</c:v>
                </c:pt>
                <c:pt idx="3">
                  <c:v>SAL</c:v>
                </c:pt>
                <c:pt idx="4">
                  <c:v>SCZ</c:v>
                </c:pt>
                <c:pt idx="5">
                  <c:v>TUL</c:v>
                </c:pt>
                <c:pt idx="6">
                  <c:v>OLM</c:v>
                </c:pt>
              </c:strCache>
            </c:strRef>
          </c:cat>
          <c:val>
            <c:numRef>
              <c:f>Hoja1!$D$2:$D$8</c:f>
              <c:numCache>
                <c:formatCode>General</c:formatCode>
                <c:ptCount val="7"/>
                <c:pt idx="1">
                  <c:v>3.0020134299999999</c:v>
                </c:pt>
                <c:pt idx="3">
                  <c:v>5.9676343699999999</c:v>
                </c:pt>
                <c:pt idx="4">
                  <c:v>6.9324913300000004</c:v>
                </c:pt>
                <c:pt idx="5">
                  <c:v>9.3757732300000001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28531600"/>
        <c:axId val="1228526800"/>
      </c:barChart>
      <c:lineChart>
        <c:grouping val="standar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Rendimientos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Hoja1!$A$2:$A$8</c:f>
              <c:strCache>
                <c:ptCount val="7"/>
                <c:pt idx="0">
                  <c:v>CAD</c:v>
                </c:pt>
                <c:pt idx="1">
                  <c:v>MAD</c:v>
                </c:pt>
                <c:pt idx="2">
                  <c:v>MIN</c:v>
                </c:pt>
                <c:pt idx="3">
                  <c:v>SAL</c:v>
                </c:pt>
                <c:pt idx="4">
                  <c:v>SCZ</c:v>
                </c:pt>
                <c:pt idx="5">
                  <c:v>TUL</c:v>
                </c:pt>
                <c:pt idx="6">
                  <c:v>OLM</c:v>
                </c:pt>
              </c:strCache>
            </c:strRef>
          </c:cat>
          <c:val>
            <c:numRef>
              <c:f>Hoja1!$E$2:$E$8</c:f>
              <c:numCache>
                <c:formatCode>General</c:formatCode>
                <c:ptCount val="7"/>
                <c:pt idx="0">
                  <c:v>63.128211999999998</c:v>
                </c:pt>
                <c:pt idx="1">
                  <c:v>59.738031130000003</c:v>
                </c:pt>
                <c:pt idx="2">
                  <c:v>57.535453500000003</c:v>
                </c:pt>
                <c:pt idx="3">
                  <c:v>60.069357669999995</c:v>
                </c:pt>
                <c:pt idx="4">
                  <c:v>56.881837429999997</c:v>
                </c:pt>
                <c:pt idx="5">
                  <c:v>70.716038529999992</c:v>
                </c:pt>
                <c:pt idx="6">
                  <c:v>83.813620600000007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BBF-4EC4-8C19-604958AA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8531600"/>
        <c:axId val="1228526800"/>
      </c:lineChart>
      <c:catAx>
        <c:axId val="122853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26800"/>
        <c:crosses val="autoZero"/>
        <c:auto val="1"/>
        <c:lblAlgn val="ctr"/>
        <c:lblOffset val="100"/>
        <c:noMultiLvlLbl val="0"/>
      </c:catAx>
      <c:valAx>
        <c:axId val="1228526800"/>
        <c:scaling>
          <c:orientation val="minMax"/>
        </c:scaling>
        <c:delete val="0"/>
        <c:axPos val="l"/>
        <c:numFmt formatCode="General" sourceLinked="1"/>
        <c:majorTickMark val="out"/>
        <c:minorTickMark val="out"/>
        <c:tickLblPos val="nextTo"/>
        <c:spPr>
          <a:noFill/>
          <a:ln>
            <a:solidFill>
              <a:srgbClr val="1E5B4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28531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1E5B4F"/>
      </a:solidFill>
    </a:ln>
    <a:effectLst/>
  </c:spPr>
  <c:txPr>
    <a:bodyPr/>
    <a:lstStyle/>
    <a:p>
      <a:pPr>
        <a:defRPr sz="9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0.74523</cdr:x>
      <cdr:y>0.73198</cdr:y>
    </cdr:from>
    <cdr:to>
      <cdr:x>1</cdr:x>
      <cdr:y>0.85095</cdr:y>
    </cdr:to>
    <cdr:sp macro="" textlink="">
      <cdr:nvSpPr>
        <cdr:cNvPr id="2" name="CuadroTexto 1">
          <a:extLst xmlns:a="http://schemas.openxmlformats.org/drawingml/2006/main">
            <a:ext uri="{FF2B5EF4-FFF2-40B4-BE49-F238E27FC236}">
              <a16:creationId xmlns:a16="http://schemas.microsoft.com/office/drawing/2014/main" id="{5F749CAE-3A8A-4F25-9C10-B3EB01063938}"/>
            </a:ext>
          </a:extLst>
        </cdr:cNvPr>
        <cdr:cNvSpPr txBox="1"/>
      </cdr:nvSpPr>
      <cdr:spPr>
        <a:xfrm xmlns:a="http://schemas.openxmlformats.org/drawingml/2006/main">
          <a:off x="8831107" y="3472815"/>
          <a:ext cx="3019148" cy="5644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s-MX" sz="1100" b="1" dirty="0">
            <a:solidFill>
              <a:srgbClr val="691B31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0.74523</cdr:x>
      <cdr:y>0.73198</cdr:y>
    </cdr:from>
    <cdr:to>
      <cdr:x>1</cdr:x>
      <cdr:y>0.85095</cdr:y>
    </cdr:to>
    <cdr:sp macro="" textlink="">
      <cdr:nvSpPr>
        <cdr:cNvPr id="2" name="CuadroTexto 1">
          <a:extLst xmlns:a="http://schemas.openxmlformats.org/drawingml/2006/main">
            <a:ext uri="{FF2B5EF4-FFF2-40B4-BE49-F238E27FC236}">
              <a16:creationId xmlns:a16="http://schemas.microsoft.com/office/drawing/2014/main" id="{5F749CAE-3A8A-4F25-9C10-B3EB01063938}"/>
            </a:ext>
          </a:extLst>
        </cdr:cNvPr>
        <cdr:cNvSpPr txBox="1"/>
      </cdr:nvSpPr>
      <cdr:spPr>
        <a:xfrm xmlns:a="http://schemas.openxmlformats.org/drawingml/2006/main">
          <a:off x="8831107" y="3472815"/>
          <a:ext cx="3019148" cy="5644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s-MX" sz="1100" b="1" dirty="0">
            <a:solidFill>
              <a:srgbClr val="691B31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65986-51D8-4B04-A655-11FEED0E32DB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195C9-8148-4CB0-8AF7-73B255E4AA4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176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B42E2E02-E1F6-D61A-D0F7-5D54C6F65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>
            <a:extLst>
              <a:ext uri="{FF2B5EF4-FFF2-40B4-BE49-F238E27FC236}">
                <a16:creationId xmlns:a16="http://schemas.microsoft.com/office/drawing/2014/main" id="{46477CF4-E370-DBFB-AD90-5E7B7D873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9B1AFE18-FD54-3661-E6E9-372904D37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4542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18F63191-1965-0CC0-22B6-ADEAB3A7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>
            <a:extLst>
              <a:ext uri="{FF2B5EF4-FFF2-40B4-BE49-F238E27FC236}">
                <a16:creationId xmlns:a16="http://schemas.microsoft.com/office/drawing/2014/main" id="{DB432959-700C-AAED-7FE4-74B5E3DEB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76D0E57C-51FD-CC08-A639-7858FCFA5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1688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A60BB28A-E69C-4DBA-297B-223BD4D6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>
            <a:extLst>
              <a:ext uri="{FF2B5EF4-FFF2-40B4-BE49-F238E27FC236}">
                <a16:creationId xmlns:a16="http://schemas.microsoft.com/office/drawing/2014/main" id="{EEC8F5A4-DB9F-48B1-AB89-1BE1B9280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E454C07A-BD09-6A57-B297-7BB18080E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608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EF9D38CC-0D6C-1AFC-552A-8BEA7226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>
            <a:extLst>
              <a:ext uri="{FF2B5EF4-FFF2-40B4-BE49-F238E27FC236}">
                <a16:creationId xmlns:a16="http://schemas.microsoft.com/office/drawing/2014/main" id="{53E1FA4C-6B3D-C284-A07E-6C255CF20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0A2E8A45-3784-E1C5-3BA5-E08A4608A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1342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B488652A-4F22-5629-5E85-EDA799DC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>
            <a:extLst>
              <a:ext uri="{FF2B5EF4-FFF2-40B4-BE49-F238E27FC236}">
                <a16:creationId xmlns:a16="http://schemas.microsoft.com/office/drawing/2014/main" id="{0929BEC5-BD9F-A99D-9907-F11B10EDD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076E9094-5E99-A18D-F950-8D878ED77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2429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8E3A9-53DD-C8B2-9E0D-E3ACBDB30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F11B9D-A04D-987C-68C0-B7BA7558C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9AEDED-1C35-D46A-FE50-9BB58CF0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2F3582-9E48-6B5B-E248-CB01F6DF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4E7E3A-E3FB-4568-6FDF-55400DD0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843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43083-4080-C203-809D-8E3B3C36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19AED2-B5E0-7AC8-3217-1F70A3FC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E7DFA6-59A6-F39B-78AA-B931068D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3E1C1B-259B-2EB5-9ADD-0D041647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88768A-B143-DF7C-A8FF-3A6C6934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6210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13A16-A53F-BD44-C1B5-1E2198BF2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28B0E8-113D-A4E4-7EFC-D17B0537E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21F7AE-9709-E862-B6F1-47935459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4609CE-F1D4-A3CA-2BED-3EC751FEF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B98E92-CF64-C54A-F3C3-D8272814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893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9A623-BC6F-F706-6ED9-E8549FB6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EA24DB-7D61-2ACF-AE5F-16E343C2E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1863C6-3A16-7846-3BBF-EF76E5609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130FED-6296-C7C7-F7E6-90753972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6057C-5BC2-EBE8-40C7-D2693908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BFB08A-726A-BF5C-A694-4E2F6F63E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589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335DB-D62D-F4FA-AA15-6997CF2AD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5613E4-D6F4-4395-1879-A37A9A2B3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AD8FD2-2A7F-0FD7-4B69-D4BE0FAF3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2862EE-B416-C0DB-AFB6-3863F54D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DDE3D5-C137-597F-A1FD-6EE431A23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1175C0-63F6-C53B-A848-00D6B312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465FC3-50F4-751E-35C0-5E26D10D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5B1301-5933-E565-8B41-DFC2C4BD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449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0111C-4876-1319-1B47-0AF43DCC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7C264F-39BB-71EA-368D-2262EF86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C8ABFA-6BD3-D05F-A162-891893AE5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953089-61CD-FBBF-0562-122A7E40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888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25213A-C245-DC63-E014-4F78B19F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30C676-AED6-A258-E2F6-E503CFC7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E5A18D-F796-9CB4-8D45-B88FCD1F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648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74113-57E0-C47A-C132-A65D304D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F49CE7-C77D-A257-5B49-A25C166B1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6576CF-9E55-C324-18AD-26F1E9244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1E5881-268A-3052-AC95-AB7397A1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D342F5-D3D8-097F-6889-38D79653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AD3121-2EEB-75FF-71CA-22C7E5A3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625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AA578-BB45-204B-067A-F0656073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4C5864-1289-41C8-A2B3-58386B2EF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4AE3B2-CE9E-ECC0-CC94-32B55C343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AB4F74-A47B-E99A-6861-BB046AA4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6FDEBD-706A-F7B5-7132-F8CDC0DAC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6C7A5A-CAE2-86F3-FD7E-1E6C0993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596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76FA9-AC3D-5811-EBB9-8B1CA26C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A93328-494C-14CF-1A1A-238BA0E4B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4739F3-C5F5-E58D-A9D4-12C7D526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8241F6-E2EF-7981-BD66-3446F2AB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EC785F-7765-0750-B23E-81DE7E20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008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5C2273-6F7E-7EB4-B272-86A2EA782B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5854B1-78AA-A3BA-FD3A-6E0285ED6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DA94F8-956F-F1D9-1363-C2A52504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7B35BC-8894-8ECD-EDF9-D73392A9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DF5281-EBE7-E863-665D-65427251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6076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eño personalizado">
  <p:cSld name="2_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28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1B2B6-F451-50DE-C0A8-8BB323D510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840089"/>
            <a:ext cx="10638692" cy="3165664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r>
              <a:rPr lang="es-MX"/>
              <a:t>Agregar texto…</a:t>
            </a:r>
          </a:p>
        </p:txBody>
      </p:sp>
    </p:spTree>
    <p:extLst>
      <p:ext uri="{BB962C8B-B14F-4D97-AF65-F5344CB8AC3E}">
        <p14:creationId xmlns:p14="http://schemas.microsoft.com/office/powerpoint/2010/main" val="2688467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3FCC6D-E33A-8254-1EF6-0F73942A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F3E3C1-7274-5266-1187-6052B41D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7105CC-F296-1980-F722-53C8D6ABC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AC0C3-22C8-C04A-9142-087E5884235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D19B5A-679F-72C8-E487-0EEDDD7DD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92150F-56F8-E830-856C-08A191117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13F89-0464-7548-8BD6-BB5647F34B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07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slide" Target="slide16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slide" Target="slide17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E9179-AF3F-6E31-039F-3E5074C2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D7F22-4EEE-3910-F5DA-30A7E4418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1753021"/>
            <a:ext cx="6858000" cy="1790700"/>
          </a:xfrm>
        </p:spPr>
        <p:txBody>
          <a:bodyPr/>
          <a:lstStyle/>
          <a:p>
            <a:r>
              <a:rPr lang="es-MX" b="1">
                <a:solidFill>
                  <a:srgbClr val="69193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Proceso de Crudo y Producciones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48E5C4-523B-4BAC-E11C-C5196976A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5764" y="3837618"/>
            <a:ext cx="7112726" cy="1241822"/>
          </a:xfrm>
        </p:spPr>
        <p:txBody>
          <a:bodyPr>
            <a:noAutofit/>
          </a:bodyPr>
          <a:lstStyle/>
          <a:p>
            <a:r>
              <a:rPr lang="es-MX" b="1">
                <a:solidFill>
                  <a:srgbClr val="B7903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Subdirección de Producción de Petrolíferos</a:t>
            </a:r>
          </a:p>
          <a:p>
            <a:r>
              <a:rPr lang="es-MX" b="1">
                <a:solidFill>
                  <a:srgbClr val="B7903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Gerencia de Ingeniería de Proceso y Mejora Operativa</a:t>
            </a:r>
          </a:p>
          <a:p>
            <a:r>
              <a:rPr lang="es-MX" b="1">
                <a:solidFill>
                  <a:srgbClr val="B7903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Subgerencia de Evaluación Operativa y  Sistemas de Gestión 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55549F8-6BA9-220B-FBAC-85F76911EC70}"/>
              </a:ext>
            </a:extLst>
          </p:cNvPr>
          <p:cNvCxnSpPr>
            <a:cxnSpLocks/>
          </p:cNvCxnSpPr>
          <p:nvPr/>
        </p:nvCxnSpPr>
        <p:spPr>
          <a:xfrm>
            <a:off x="3649362" y="3615560"/>
            <a:ext cx="4893276" cy="0"/>
          </a:xfrm>
          <a:prstGeom prst="line">
            <a:avLst/>
          </a:prstGeom>
          <a:ln w="38100">
            <a:solidFill>
              <a:srgbClr val="B79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55D0CCA9-3ECA-5E11-ED97-710AB6E20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00472"/>
            <a:ext cx="3610479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5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31 Gráfico">
            <a:extLst>
              <a:ext uri="{FF2B5EF4-FFF2-40B4-BE49-F238E27FC236}">
                <a16:creationId xmlns:a16="http://schemas.microsoft.com/office/drawing/2014/main" id="{74AC4F24-771E-8506-D474-C7888E9395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627227"/>
              </p:ext>
            </p:extLst>
          </p:nvPr>
        </p:nvGraphicFramePr>
        <p:xfrm>
          <a:off x="0" y="888766"/>
          <a:ext cx="12191999" cy="4744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42 CuadroTexto">
            <a:extLst>
              <a:ext uri="{FF2B5EF4-FFF2-40B4-BE49-F238E27FC236}">
                <a16:creationId xmlns:a16="http://schemas.microsoft.com/office/drawing/2014/main" id="{9A577E0E-131B-FFF9-76ED-9D7B6A3FAB11}"/>
              </a:ext>
            </a:extLst>
          </p:cNvPr>
          <p:cNvSpPr txBox="1"/>
          <p:nvPr/>
        </p:nvSpPr>
        <p:spPr>
          <a:xfrm>
            <a:off x="10008476" y="6087549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s-MX" sz="800" b="1" i="1">
                <a:solidFill>
                  <a:prstClr val="black"/>
                </a:solidFill>
                <a:cs typeface="Arial" pitchFamily="34" charset="0"/>
              </a:rPr>
              <a:t>Detalle por Refinería</a:t>
            </a:r>
          </a:p>
        </p:txBody>
      </p:sp>
      <p:sp>
        <p:nvSpPr>
          <p:cNvPr id="4" name="41 Botón de acción: Hacia delante o Siguiente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C2708BD-E181-296F-D3EA-75E478206D6C}"/>
              </a:ext>
            </a:extLst>
          </p:cNvPr>
          <p:cNvSpPr/>
          <p:nvPr/>
        </p:nvSpPr>
        <p:spPr>
          <a:xfrm>
            <a:off x="11037176" y="6093575"/>
            <a:ext cx="302315" cy="184538"/>
          </a:xfrm>
          <a:prstGeom prst="actionButtonForwardNex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MX" sz="1348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35 Rectángulo">
            <a:extLst>
              <a:ext uri="{FF2B5EF4-FFF2-40B4-BE49-F238E27FC236}">
                <a16:creationId xmlns:a16="http://schemas.microsoft.com/office/drawing/2014/main" id="{5173148F-893D-9793-264C-773689780D78}"/>
              </a:ext>
            </a:extLst>
          </p:cNvPr>
          <p:cNvSpPr/>
          <p:nvPr/>
        </p:nvSpPr>
        <p:spPr>
          <a:xfrm>
            <a:off x="74432" y="132026"/>
            <a:ext cx="3497399" cy="334823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Proceso de Crudo SNR (</a:t>
            </a:r>
            <a:r>
              <a:rPr lang="es-MX" sz="1500" b="1" err="1">
                <a:solidFill>
                  <a:srgbClr val="6E152E"/>
                </a:solidFill>
                <a:latin typeface="Geomanist Bold" panose="02000503000000020004" pitchFamily="50" charset="0"/>
              </a:rPr>
              <a:t>Mbd</a:t>
            </a: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4BEB04A-2D9A-0934-4F84-DA53D9719C36}"/>
              </a:ext>
            </a:extLst>
          </p:cNvPr>
          <p:cNvSpPr/>
          <p:nvPr/>
        </p:nvSpPr>
        <p:spPr>
          <a:xfrm>
            <a:off x="74213" y="435627"/>
            <a:ext cx="2185214" cy="253916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>
              <a:defRPr/>
            </a:pPr>
            <a:r>
              <a:rPr lang="es-ES" sz="1050" dirty="0">
                <a:latin typeface="Geomanist" panose="02000503000000020004" pitchFamily="50" charset="0"/>
                <a:cs typeface="Arial"/>
              </a:rPr>
              <a:t>Periodo de corte: 19 de Agosto 2026</a:t>
            </a:r>
            <a:endParaRPr lang="es-MX" sz="1050" kern="0" dirty="0"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8" name="35 Rectángulo">
            <a:extLst>
              <a:ext uri="{FF2B5EF4-FFF2-40B4-BE49-F238E27FC236}">
                <a16:creationId xmlns:a16="http://schemas.microsoft.com/office/drawing/2014/main" id="{727C872F-ACC6-2117-91B9-7277919C0399}"/>
              </a:ext>
            </a:extLst>
          </p:cNvPr>
          <p:cNvSpPr/>
          <p:nvPr/>
        </p:nvSpPr>
        <p:spPr>
          <a:xfrm>
            <a:off x="10008476" y="4681608"/>
            <a:ext cx="1872540" cy="29528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r">
              <a:defRPr/>
            </a:pPr>
            <a:r>
              <a:rPr lang="en-US" sz="1000" b="1" kern="0">
                <a:solidFill>
                  <a:srgbClr val="C09200"/>
                </a:solidFill>
                <a:latin typeface="Montserrat" panose="00000500000000000000" pitchFamily="50" charset="0"/>
                <a:cs typeface="Arial" pitchFamily="34" charset="0"/>
              </a:rPr>
              <a:t>         CMP: 1265.9 Mbd</a:t>
            </a:r>
          </a:p>
          <a:p>
            <a:pPr algn="r" defTabSz="712788">
              <a:defRPr/>
            </a:pPr>
            <a:endParaRPr lang="es-MX" sz="1000" b="1" kern="0">
              <a:solidFill>
                <a:schemeClr val="bg1">
                  <a:lumMod val="50000"/>
                </a:schemeClr>
              </a:solidFill>
              <a:latin typeface="Montserrat" panose="00000500000000000000" pitchFamily="50" charset="0"/>
              <a:cs typeface="Arial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CF4A64B-E4B1-660B-2D75-90C714752B41}"/>
              </a:ext>
            </a:extLst>
          </p:cNvPr>
          <p:cNvSpPr/>
          <p:nvPr/>
        </p:nvSpPr>
        <p:spPr>
          <a:xfrm>
            <a:off x="2152403" y="5738078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B08BE36-4C28-21DC-560D-0A89FD9D7129}"/>
              </a:ext>
            </a:extLst>
          </p:cNvPr>
          <p:cNvSpPr/>
          <p:nvPr/>
        </p:nvSpPr>
        <p:spPr>
          <a:xfrm>
            <a:off x="3148467" y="5738078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304309D-14CE-C679-00AC-E5059A10B140}"/>
              </a:ext>
            </a:extLst>
          </p:cNvPr>
          <p:cNvSpPr/>
          <p:nvPr/>
        </p:nvSpPr>
        <p:spPr>
          <a:xfrm>
            <a:off x="4362676" y="5738078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2F56D7E5-8943-F3C6-DAA1-9AD97507E245}"/>
              </a:ext>
            </a:extLst>
          </p:cNvPr>
          <p:cNvSpPr txBox="1"/>
          <p:nvPr/>
        </p:nvSpPr>
        <p:spPr>
          <a:xfrm>
            <a:off x="2369611" y="5686752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E8394E62-6F21-B9C1-8387-2C1BCE232EF8}"/>
              </a:ext>
            </a:extLst>
          </p:cNvPr>
          <p:cNvSpPr txBox="1"/>
          <p:nvPr/>
        </p:nvSpPr>
        <p:spPr>
          <a:xfrm>
            <a:off x="3342496" y="5686752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A2D8507A-CBEE-979B-88FA-767983E443AF}"/>
              </a:ext>
            </a:extLst>
          </p:cNvPr>
          <p:cNvSpPr txBox="1"/>
          <p:nvPr/>
        </p:nvSpPr>
        <p:spPr>
          <a:xfrm>
            <a:off x="4537908" y="5686752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2172885-4EF4-16C3-506A-3E04732ACF69}"/>
              </a:ext>
            </a:extLst>
          </p:cNvPr>
          <p:cNvCxnSpPr>
            <a:cxnSpLocks/>
          </p:cNvCxnSpPr>
          <p:nvPr/>
        </p:nvCxnSpPr>
        <p:spPr>
          <a:xfrm flipV="1">
            <a:off x="5509448" y="5799447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3 CuadroTexto">
            <a:extLst>
              <a:ext uri="{FF2B5EF4-FFF2-40B4-BE49-F238E27FC236}">
                <a16:creationId xmlns:a16="http://schemas.microsoft.com/office/drawing/2014/main" id="{54AE514B-B369-EC82-29FB-AF42EBCCB6E4}"/>
              </a:ext>
            </a:extLst>
          </p:cNvPr>
          <p:cNvSpPr txBox="1"/>
          <p:nvPr/>
        </p:nvSpPr>
        <p:spPr>
          <a:xfrm>
            <a:off x="5883228" y="5681141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0C51435-0B83-DA32-0285-8E2BF08D0D5C}"/>
              </a:ext>
            </a:extLst>
          </p:cNvPr>
          <p:cNvCxnSpPr>
            <a:cxnSpLocks/>
          </p:cNvCxnSpPr>
          <p:nvPr/>
        </p:nvCxnSpPr>
        <p:spPr>
          <a:xfrm>
            <a:off x="7454337" y="5823933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3 CuadroTexto">
            <a:extLst>
              <a:ext uri="{FF2B5EF4-FFF2-40B4-BE49-F238E27FC236}">
                <a16:creationId xmlns:a16="http://schemas.microsoft.com/office/drawing/2014/main" id="{F61FC3BC-12D9-0B0A-E3E7-A91783E46A83}"/>
              </a:ext>
            </a:extLst>
          </p:cNvPr>
          <p:cNvSpPr txBox="1"/>
          <p:nvPr/>
        </p:nvSpPr>
        <p:spPr>
          <a:xfrm>
            <a:off x="7887375" y="5681141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4F5CDE1-32E1-EBFE-5904-F4625396ADE2}"/>
              </a:ext>
            </a:extLst>
          </p:cNvPr>
          <p:cNvCxnSpPr>
            <a:cxnSpLocks/>
          </p:cNvCxnSpPr>
          <p:nvPr/>
        </p:nvCxnSpPr>
        <p:spPr>
          <a:xfrm>
            <a:off x="6406674" y="5815172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53 CuadroTexto">
            <a:extLst>
              <a:ext uri="{FF2B5EF4-FFF2-40B4-BE49-F238E27FC236}">
                <a16:creationId xmlns:a16="http://schemas.microsoft.com/office/drawing/2014/main" id="{33564FC6-8255-E9C7-B846-F0828865CFBB}"/>
              </a:ext>
            </a:extLst>
          </p:cNvPr>
          <p:cNvSpPr txBox="1"/>
          <p:nvPr/>
        </p:nvSpPr>
        <p:spPr>
          <a:xfrm>
            <a:off x="6839712" y="5681141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21" name="53 CuadroTexto">
            <a:extLst>
              <a:ext uri="{FF2B5EF4-FFF2-40B4-BE49-F238E27FC236}">
                <a16:creationId xmlns:a16="http://schemas.microsoft.com/office/drawing/2014/main" id="{662DE19E-B05E-FC55-2A5B-1CECB514C4F2}"/>
              </a:ext>
            </a:extLst>
          </p:cNvPr>
          <p:cNvSpPr txBox="1"/>
          <p:nvPr/>
        </p:nvSpPr>
        <p:spPr>
          <a:xfrm>
            <a:off x="2096111" y="6087549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a abril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mayo y junio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80914115-E690-0764-293B-1F0F4F4B7804}"/>
              </a:ext>
            </a:extLst>
          </p:cNvPr>
          <p:cNvCxnSpPr>
            <a:cxnSpLocks/>
          </p:cNvCxnSpPr>
          <p:nvPr/>
        </p:nvCxnSpPr>
        <p:spPr>
          <a:xfrm>
            <a:off x="8365744" y="5832837"/>
            <a:ext cx="445312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53 CuadroTexto">
            <a:extLst>
              <a:ext uri="{FF2B5EF4-FFF2-40B4-BE49-F238E27FC236}">
                <a16:creationId xmlns:a16="http://schemas.microsoft.com/office/drawing/2014/main" id="{EA4CB19E-BBB9-3816-B583-6C26C729E9C7}"/>
              </a:ext>
            </a:extLst>
          </p:cNvPr>
          <p:cNvSpPr txBox="1"/>
          <p:nvPr/>
        </p:nvSpPr>
        <p:spPr>
          <a:xfrm>
            <a:off x="8798782" y="5690045"/>
            <a:ext cx="10647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Proceso Ajustado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9403BEA0-49C0-1185-22CB-065951099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610" y="102486"/>
            <a:ext cx="3497399" cy="68634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6C94604-C284-DC6B-1597-0028DE000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6EE4DE1F-B92D-B208-C534-CF856BB9D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0;p2">
            <a:extLst>
              <a:ext uri="{FF2B5EF4-FFF2-40B4-BE49-F238E27FC236}">
                <a16:creationId xmlns:a16="http://schemas.microsoft.com/office/drawing/2014/main" id="{9CD310C7-1C33-C44C-AA5A-976B941B308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0013816" y="268418"/>
            <a:ext cx="1348764" cy="4133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" name="31 Gráfico">
            <a:extLst>
              <a:ext uri="{FF2B5EF4-FFF2-40B4-BE49-F238E27FC236}">
                <a16:creationId xmlns:a16="http://schemas.microsoft.com/office/drawing/2014/main" id="{94FC9867-453A-2B09-9463-D36FF35E26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8473236"/>
              </p:ext>
            </p:extLst>
          </p:nvPr>
        </p:nvGraphicFramePr>
        <p:xfrm>
          <a:off x="0" y="804821"/>
          <a:ext cx="12192000" cy="4693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42 CuadroTexto">
            <a:extLst>
              <a:ext uri="{FF2B5EF4-FFF2-40B4-BE49-F238E27FC236}">
                <a16:creationId xmlns:a16="http://schemas.microsoft.com/office/drawing/2014/main" id="{DCB1BE0E-24C1-26BC-8BB8-E0F020A9F74E}"/>
              </a:ext>
            </a:extLst>
          </p:cNvPr>
          <p:cNvSpPr txBox="1"/>
          <p:nvPr/>
        </p:nvSpPr>
        <p:spPr>
          <a:xfrm>
            <a:off x="9707804" y="5845253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s-MX" sz="800" b="1" i="1">
                <a:solidFill>
                  <a:prstClr val="black"/>
                </a:solidFill>
                <a:cs typeface="Arial" pitchFamily="34" charset="0"/>
              </a:rPr>
              <a:t>Detalle por Refinería</a:t>
            </a:r>
          </a:p>
        </p:txBody>
      </p:sp>
      <p:sp>
        <p:nvSpPr>
          <p:cNvPr id="26" name="41 Botón de acción: Hacia delante o Siguiente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3566BD2-A34F-F871-3EB5-8CE13D2FE37F}"/>
              </a:ext>
            </a:extLst>
          </p:cNvPr>
          <p:cNvSpPr/>
          <p:nvPr/>
        </p:nvSpPr>
        <p:spPr>
          <a:xfrm>
            <a:off x="10736504" y="5851279"/>
            <a:ext cx="302315" cy="184538"/>
          </a:xfrm>
          <a:prstGeom prst="actionButtonForwardNex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MX" sz="1348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35 Rectángulo">
            <a:extLst>
              <a:ext uri="{FF2B5EF4-FFF2-40B4-BE49-F238E27FC236}">
                <a16:creationId xmlns:a16="http://schemas.microsoft.com/office/drawing/2014/main" id="{C901F5DD-5DFF-F120-51C5-45CA48F126CF}"/>
              </a:ext>
            </a:extLst>
          </p:cNvPr>
          <p:cNvSpPr/>
          <p:nvPr/>
        </p:nvSpPr>
        <p:spPr>
          <a:xfrm>
            <a:off x="62720" y="192356"/>
            <a:ext cx="4165209" cy="327793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Producción de Gasolinas SNR (</a:t>
            </a:r>
            <a:r>
              <a:rPr lang="es-MX" sz="1500" b="1" err="1">
                <a:solidFill>
                  <a:srgbClr val="6E152E"/>
                </a:solidFill>
                <a:latin typeface="Geomanist Bold" panose="02000503000000020004" pitchFamily="50" charset="0"/>
              </a:rPr>
              <a:t>Mbd</a:t>
            </a: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)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4B32025-FCB2-1ECE-7ABD-10D65F873714}"/>
              </a:ext>
            </a:extLst>
          </p:cNvPr>
          <p:cNvSpPr/>
          <p:nvPr/>
        </p:nvSpPr>
        <p:spPr>
          <a:xfrm>
            <a:off x="74500" y="488875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29" name="35 Rectángulo">
            <a:extLst>
              <a:ext uri="{FF2B5EF4-FFF2-40B4-BE49-F238E27FC236}">
                <a16:creationId xmlns:a16="http://schemas.microsoft.com/office/drawing/2014/main" id="{7FCEA0CF-E380-F539-1C5F-AD4A4B246379}"/>
              </a:ext>
            </a:extLst>
          </p:cNvPr>
          <p:cNvSpPr/>
          <p:nvPr/>
        </p:nvSpPr>
        <p:spPr>
          <a:xfrm>
            <a:off x="10140987" y="4631044"/>
            <a:ext cx="1759395" cy="23232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CMP : 518.2 MBD</a:t>
            </a:r>
          </a:p>
          <a:p>
            <a:pPr algn="ctr">
              <a:defRPr/>
            </a:pPr>
            <a:r>
              <a:rPr lang="en-US" sz="1000" b="1" kern="0" err="1">
                <a:solidFill>
                  <a:srgbClr val="C09200"/>
                </a:solidFill>
                <a:latin typeface="Montserrat"/>
                <a:cs typeface="Arial"/>
              </a:rPr>
              <a:t>Demanda</a:t>
            </a: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 : 773.4 MBD</a:t>
            </a:r>
          </a:p>
          <a:p>
            <a:pPr algn="ctr">
              <a:defRPr/>
            </a:pPr>
            <a:r>
              <a:rPr lang="en-US" sz="1000" b="1" kern="0">
                <a:latin typeface="Montserrat"/>
                <a:cs typeface="Arial"/>
              </a:rPr>
              <a:t>       </a:t>
            </a:r>
            <a:endParaRPr lang="es-MX" sz="1000" b="1" kern="0">
              <a:solidFill>
                <a:prstClr val="white">
                  <a:lumMod val="50000"/>
                </a:prstClr>
              </a:solidFill>
              <a:latin typeface="Montserrat" panose="00000500000000000000" pitchFamily="50" charset="0"/>
              <a:cs typeface="Arial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EEEDD54-CA6C-044E-DB4F-24EABD226FBA}"/>
              </a:ext>
            </a:extLst>
          </p:cNvPr>
          <p:cNvSpPr/>
          <p:nvPr/>
        </p:nvSpPr>
        <p:spPr>
          <a:xfrm>
            <a:off x="1928117" y="5555657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F825752-2AE4-5D19-93B3-09D50C1DE977}"/>
              </a:ext>
            </a:extLst>
          </p:cNvPr>
          <p:cNvSpPr/>
          <p:nvPr/>
        </p:nvSpPr>
        <p:spPr>
          <a:xfrm>
            <a:off x="2924181" y="5555657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7B2AB75-F7DB-5117-9B20-AEB19274FD6E}"/>
              </a:ext>
            </a:extLst>
          </p:cNvPr>
          <p:cNvSpPr/>
          <p:nvPr/>
        </p:nvSpPr>
        <p:spPr>
          <a:xfrm>
            <a:off x="4138390" y="5555657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33" name="53 CuadroTexto">
            <a:extLst>
              <a:ext uri="{FF2B5EF4-FFF2-40B4-BE49-F238E27FC236}">
                <a16:creationId xmlns:a16="http://schemas.microsoft.com/office/drawing/2014/main" id="{1E8E8EF0-8F10-022D-A4DE-FC1B9EBB360C}"/>
              </a:ext>
            </a:extLst>
          </p:cNvPr>
          <p:cNvSpPr txBox="1"/>
          <p:nvPr/>
        </p:nvSpPr>
        <p:spPr>
          <a:xfrm>
            <a:off x="2145325" y="5504331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34" name="53 CuadroTexto">
            <a:extLst>
              <a:ext uri="{FF2B5EF4-FFF2-40B4-BE49-F238E27FC236}">
                <a16:creationId xmlns:a16="http://schemas.microsoft.com/office/drawing/2014/main" id="{1F714635-8120-6D37-AF53-4C5FF276D5D5}"/>
              </a:ext>
            </a:extLst>
          </p:cNvPr>
          <p:cNvSpPr txBox="1"/>
          <p:nvPr/>
        </p:nvSpPr>
        <p:spPr>
          <a:xfrm>
            <a:off x="3118210" y="5504331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35" name="53 CuadroTexto">
            <a:extLst>
              <a:ext uri="{FF2B5EF4-FFF2-40B4-BE49-F238E27FC236}">
                <a16:creationId xmlns:a16="http://schemas.microsoft.com/office/drawing/2014/main" id="{351A20F1-8EB3-C53B-547C-DBFA3B0A6AEE}"/>
              </a:ext>
            </a:extLst>
          </p:cNvPr>
          <p:cNvSpPr txBox="1"/>
          <p:nvPr/>
        </p:nvSpPr>
        <p:spPr>
          <a:xfrm>
            <a:off x="4313622" y="5504331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F3FC9EDC-06EC-420F-4EA6-D4323ACCC439}"/>
              </a:ext>
            </a:extLst>
          </p:cNvPr>
          <p:cNvCxnSpPr>
            <a:cxnSpLocks/>
          </p:cNvCxnSpPr>
          <p:nvPr/>
        </p:nvCxnSpPr>
        <p:spPr>
          <a:xfrm flipV="1">
            <a:off x="5285162" y="5617026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53 CuadroTexto">
            <a:extLst>
              <a:ext uri="{FF2B5EF4-FFF2-40B4-BE49-F238E27FC236}">
                <a16:creationId xmlns:a16="http://schemas.microsoft.com/office/drawing/2014/main" id="{559B7578-5CBC-2213-AA41-5F85FFFB5097}"/>
              </a:ext>
            </a:extLst>
          </p:cNvPr>
          <p:cNvSpPr txBox="1"/>
          <p:nvPr/>
        </p:nvSpPr>
        <p:spPr>
          <a:xfrm>
            <a:off x="5658942" y="5498720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9B9CD92-28EA-42B5-90D8-D1C90110759F}"/>
              </a:ext>
            </a:extLst>
          </p:cNvPr>
          <p:cNvCxnSpPr>
            <a:cxnSpLocks/>
          </p:cNvCxnSpPr>
          <p:nvPr/>
        </p:nvCxnSpPr>
        <p:spPr>
          <a:xfrm>
            <a:off x="7230051" y="5641512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53 CuadroTexto">
            <a:extLst>
              <a:ext uri="{FF2B5EF4-FFF2-40B4-BE49-F238E27FC236}">
                <a16:creationId xmlns:a16="http://schemas.microsoft.com/office/drawing/2014/main" id="{5C3EEE07-101A-BBB7-E595-8497FD6A5462}"/>
              </a:ext>
            </a:extLst>
          </p:cNvPr>
          <p:cNvSpPr txBox="1"/>
          <p:nvPr/>
        </p:nvSpPr>
        <p:spPr>
          <a:xfrm>
            <a:off x="7663089" y="5528817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7DB49908-A03F-44E0-BD3A-8DDB38FDDD64}"/>
              </a:ext>
            </a:extLst>
          </p:cNvPr>
          <p:cNvCxnSpPr>
            <a:cxnSpLocks/>
          </p:cNvCxnSpPr>
          <p:nvPr/>
        </p:nvCxnSpPr>
        <p:spPr>
          <a:xfrm>
            <a:off x="6182388" y="5632751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53 CuadroTexto">
            <a:extLst>
              <a:ext uri="{FF2B5EF4-FFF2-40B4-BE49-F238E27FC236}">
                <a16:creationId xmlns:a16="http://schemas.microsoft.com/office/drawing/2014/main" id="{AD10BBD5-F304-5C25-8A9A-9E1925A7C7FE}"/>
              </a:ext>
            </a:extLst>
          </p:cNvPr>
          <p:cNvSpPr txBox="1"/>
          <p:nvPr/>
        </p:nvSpPr>
        <p:spPr>
          <a:xfrm>
            <a:off x="6615426" y="5520056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487CF21E-B555-6284-DA2D-6427C9998AC9}"/>
              </a:ext>
            </a:extLst>
          </p:cNvPr>
          <p:cNvCxnSpPr>
            <a:cxnSpLocks/>
          </p:cNvCxnSpPr>
          <p:nvPr/>
        </p:nvCxnSpPr>
        <p:spPr>
          <a:xfrm flipV="1">
            <a:off x="8084629" y="5632751"/>
            <a:ext cx="41083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53 CuadroTexto">
            <a:extLst>
              <a:ext uri="{FF2B5EF4-FFF2-40B4-BE49-F238E27FC236}">
                <a16:creationId xmlns:a16="http://schemas.microsoft.com/office/drawing/2014/main" id="{BD1C85C3-A41E-1E21-727F-C34906AB8F3E}"/>
              </a:ext>
            </a:extLst>
          </p:cNvPr>
          <p:cNvSpPr txBox="1"/>
          <p:nvPr/>
        </p:nvSpPr>
        <p:spPr>
          <a:xfrm>
            <a:off x="8538041" y="5526096"/>
            <a:ext cx="6751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Demanda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33D1911-690D-3BD7-820B-B54A45394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10" y="102486"/>
            <a:ext cx="3497399" cy="68634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766EFFA-D260-03EB-4C3C-2E4960D23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53 CuadroTexto">
            <a:extLst>
              <a:ext uri="{FF2B5EF4-FFF2-40B4-BE49-F238E27FC236}">
                <a16:creationId xmlns:a16="http://schemas.microsoft.com/office/drawing/2014/main" id="{6DA50BA8-FEC0-9B06-5F6C-F4591B6CDD2D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140229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0F50E21B-BAAD-B268-646A-7DB7DF80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31 Gráfico">
            <a:extLst>
              <a:ext uri="{FF2B5EF4-FFF2-40B4-BE49-F238E27FC236}">
                <a16:creationId xmlns:a16="http://schemas.microsoft.com/office/drawing/2014/main" id="{920E5F92-8BDF-9552-3588-C1E930E9C1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03349"/>
              </p:ext>
            </p:extLst>
          </p:nvPr>
        </p:nvGraphicFramePr>
        <p:xfrm>
          <a:off x="0" y="777240"/>
          <a:ext cx="12191999" cy="4627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42 CuadroTexto">
            <a:extLst>
              <a:ext uri="{FF2B5EF4-FFF2-40B4-BE49-F238E27FC236}">
                <a16:creationId xmlns:a16="http://schemas.microsoft.com/office/drawing/2014/main" id="{8D46977E-658F-E96B-DFD3-B8379577A1EE}"/>
              </a:ext>
            </a:extLst>
          </p:cNvPr>
          <p:cNvSpPr txBox="1"/>
          <p:nvPr/>
        </p:nvSpPr>
        <p:spPr>
          <a:xfrm>
            <a:off x="9950910" y="5545712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s-MX" sz="800" b="1" i="1">
                <a:solidFill>
                  <a:prstClr val="black"/>
                </a:solidFill>
                <a:cs typeface="Arial" pitchFamily="34" charset="0"/>
              </a:rPr>
              <a:t>Detalle por Refinería</a:t>
            </a:r>
          </a:p>
        </p:txBody>
      </p:sp>
      <p:sp>
        <p:nvSpPr>
          <p:cNvPr id="4" name="41 Botón de acción: Hacia delante o Siguiente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DF50364-CCEB-591D-AEF6-2E1A72980DEA}"/>
              </a:ext>
            </a:extLst>
          </p:cNvPr>
          <p:cNvSpPr/>
          <p:nvPr/>
        </p:nvSpPr>
        <p:spPr>
          <a:xfrm>
            <a:off x="10979610" y="5551738"/>
            <a:ext cx="302315" cy="184538"/>
          </a:xfrm>
          <a:prstGeom prst="actionButtonForwardNex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MX" sz="1348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35 Rectángulo">
            <a:extLst>
              <a:ext uri="{FF2B5EF4-FFF2-40B4-BE49-F238E27FC236}">
                <a16:creationId xmlns:a16="http://schemas.microsoft.com/office/drawing/2014/main" id="{1AD541B5-AEFD-C2BC-D38A-58AD72044E10}"/>
              </a:ext>
            </a:extLst>
          </p:cNvPr>
          <p:cNvSpPr/>
          <p:nvPr/>
        </p:nvSpPr>
        <p:spPr>
          <a:xfrm>
            <a:off x="68228" y="158797"/>
            <a:ext cx="3847705" cy="2764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Producción de Diesel SNR (</a:t>
            </a:r>
            <a:r>
              <a:rPr lang="es-MX" sz="1500" b="1" err="1">
                <a:solidFill>
                  <a:srgbClr val="6E152E"/>
                </a:solidFill>
                <a:latin typeface="Geomanist Bold" panose="02000503000000020004" pitchFamily="50" charset="0"/>
              </a:rPr>
              <a:t>Mbd</a:t>
            </a: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5AEBCB1-8D96-FA0A-5C3F-F6D5184C68F4}"/>
              </a:ext>
            </a:extLst>
          </p:cNvPr>
          <p:cNvSpPr/>
          <p:nvPr/>
        </p:nvSpPr>
        <p:spPr>
          <a:xfrm>
            <a:off x="74359" y="435263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8" name="35 Rectángulo">
            <a:extLst>
              <a:ext uri="{FF2B5EF4-FFF2-40B4-BE49-F238E27FC236}">
                <a16:creationId xmlns:a16="http://schemas.microsoft.com/office/drawing/2014/main" id="{007FF814-2369-45B6-E688-9E9CE29F1495}"/>
              </a:ext>
            </a:extLst>
          </p:cNvPr>
          <p:cNvSpPr/>
          <p:nvPr/>
        </p:nvSpPr>
        <p:spPr>
          <a:xfrm>
            <a:off x="10212623" y="4382970"/>
            <a:ext cx="1866601" cy="10729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CMP : 343.7 MBD</a:t>
            </a:r>
            <a:endParaRPr lang="en-US" sz="1000" b="1" kern="0">
              <a:solidFill>
                <a:srgbClr val="C09200"/>
              </a:solidFill>
              <a:latin typeface="Montserrat" panose="00000500000000000000" pitchFamily="50" charset="0"/>
              <a:cs typeface="Arial" pitchFamily="34" charset="0"/>
            </a:endParaRPr>
          </a:p>
          <a:p>
            <a:pPr algn="ctr">
              <a:defRPr/>
            </a:pP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 </a:t>
            </a:r>
            <a:r>
              <a:rPr lang="en-US" sz="1000" b="1" kern="0" err="1">
                <a:solidFill>
                  <a:srgbClr val="C09200"/>
                </a:solidFill>
                <a:latin typeface="Montserrat"/>
                <a:cs typeface="Arial"/>
              </a:rPr>
              <a:t>Demanda</a:t>
            </a: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: 364.6</a:t>
            </a:r>
            <a:r>
              <a:rPr lang="en-US" sz="1000" b="1">
                <a:solidFill>
                  <a:srgbClr val="C09200"/>
                </a:solidFill>
                <a:latin typeface="Montserrat"/>
              </a:rPr>
              <a:t> </a:t>
            </a: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MBD</a:t>
            </a:r>
            <a:endParaRPr lang="es-MX" sz="1000" b="1" kern="0">
              <a:solidFill>
                <a:srgbClr val="C09200"/>
              </a:solidFill>
              <a:latin typeface="Montserrat" panose="00000500000000000000" pitchFamily="50" charset="0"/>
              <a:cs typeface="Arial" pitchFamily="34" charset="0"/>
            </a:endParaRPr>
          </a:p>
          <a:p>
            <a:pPr algn="ctr">
              <a:defRPr/>
            </a:pPr>
            <a:endParaRPr lang="es-MX" sz="1000" b="1" kern="0">
              <a:solidFill>
                <a:srgbClr val="C09200"/>
              </a:solidFill>
              <a:latin typeface="Montserrat" panose="00000500000000000000" pitchFamily="50" charset="0"/>
              <a:cs typeface="Arial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B70D1AF-CDB4-F9E5-F92C-6BD2E15F77DE}"/>
              </a:ext>
            </a:extLst>
          </p:cNvPr>
          <p:cNvSpPr/>
          <p:nvPr/>
        </p:nvSpPr>
        <p:spPr>
          <a:xfrm>
            <a:off x="2061753" y="5710371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E53F79-0BA1-5A45-CE33-BB0FA9B2EB30}"/>
              </a:ext>
            </a:extLst>
          </p:cNvPr>
          <p:cNvSpPr/>
          <p:nvPr/>
        </p:nvSpPr>
        <p:spPr>
          <a:xfrm>
            <a:off x="3057817" y="5710371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91848F-82C0-9288-2F9F-20E8F4369786}"/>
              </a:ext>
            </a:extLst>
          </p:cNvPr>
          <p:cNvSpPr/>
          <p:nvPr/>
        </p:nvSpPr>
        <p:spPr>
          <a:xfrm>
            <a:off x="4272026" y="5710371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01B22711-9B05-3181-0660-73285ADD0A1D}"/>
              </a:ext>
            </a:extLst>
          </p:cNvPr>
          <p:cNvSpPr txBox="1"/>
          <p:nvPr/>
        </p:nvSpPr>
        <p:spPr>
          <a:xfrm>
            <a:off x="2278961" y="5659045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CE4A0CB3-3D66-3DA0-1081-C28D8B830B30}"/>
              </a:ext>
            </a:extLst>
          </p:cNvPr>
          <p:cNvSpPr txBox="1"/>
          <p:nvPr/>
        </p:nvSpPr>
        <p:spPr>
          <a:xfrm>
            <a:off x="3251846" y="5659045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EC543F04-4EE7-3B97-26B6-86679CCFBEB1}"/>
              </a:ext>
            </a:extLst>
          </p:cNvPr>
          <p:cNvSpPr txBox="1"/>
          <p:nvPr/>
        </p:nvSpPr>
        <p:spPr>
          <a:xfrm>
            <a:off x="4447258" y="5659045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35E1D70-3A32-6CFC-4ABE-EE4131BF282D}"/>
              </a:ext>
            </a:extLst>
          </p:cNvPr>
          <p:cNvCxnSpPr>
            <a:cxnSpLocks/>
          </p:cNvCxnSpPr>
          <p:nvPr/>
        </p:nvCxnSpPr>
        <p:spPr>
          <a:xfrm flipV="1">
            <a:off x="5418798" y="5771740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3 CuadroTexto">
            <a:extLst>
              <a:ext uri="{FF2B5EF4-FFF2-40B4-BE49-F238E27FC236}">
                <a16:creationId xmlns:a16="http://schemas.microsoft.com/office/drawing/2014/main" id="{30E73765-C311-5F6D-4C20-5D04795A52EF}"/>
              </a:ext>
            </a:extLst>
          </p:cNvPr>
          <p:cNvSpPr txBox="1"/>
          <p:nvPr/>
        </p:nvSpPr>
        <p:spPr>
          <a:xfrm>
            <a:off x="5792578" y="5653434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BF061F4-7E08-B076-0D71-65B5177E881E}"/>
              </a:ext>
            </a:extLst>
          </p:cNvPr>
          <p:cNvCxnSpPr>
            <a:cxnSpLocks/>
          </p:cNvCxnSpPr>
          <p:nvPr/>
        </p:nvCxnSpPr>
        <p:spPr>
          <a:xfrm>
            <a:off x="7363687" y="5796226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3 CuadroTexto">
            <a:extLst>
              <a:ext uri="{FF2B5EF4-FFF2-40B4-BE49-F238E27FC236}">
                <a16:creationId xmlns:a16="http://schemas.microsoft.com/office/drawing/2014/main" id="{4B2D7DF1-157E-7B2E-7286-9E20FC52D07C}"/>
              </a:ext>
            </a:extLst>
          </p:cNvPr>
          <p:cNvSpPr txBox="1"/>
          <p:nvPr/>
        </p:nvSpPr>
        <p:spPr>
          <a:xfrm>
            <a:off x="7796725" y="5683531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873B7D1-5EE2-E024-D8D5-D7C55E60BA0C}"/>
              </a:ext>
            </a:extLst>
          </p:cNvPr>
          <p:cNvCxnSpPr>
            <a:cxnSpLocks/>
          </p:cNvCxnSpPr>
          <p:nvPr/>
        </p:nvCxnSpPr>
        <p:spPr>
          <a:xfrm>
            <a:off x="6316024" y="5787465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53 CuadroTexto">
            <a:extLst>
              <a:ext uri="{FF2B5EF4-FFF2-40B4-BE49-F238E27FC236}">
                <a16:creationId xmlns:a16="http://schemas.microsoft.com/office/drawing/2014/main" id="{AF53245F-6C64-1BD7-FE4D-949DC178BA49}"/>
              </a:ext>
            </a:extLst>
          </p:cNvPr>
          <p:cNvSpPr txBox="1"/>
          <p:nvPr/>
        </p:nvSpPr>
        <p:spPr>
          <a:xfrm>
            <a:off x="6749062" y="5674770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9091DB1-87BE-3267-C587-3FE6DF94FE0C}"/>
              </a:ext>
            </a:extLst>
          </p:cNvPr>
          <p:cNvCxnSpPr>
            <a:cxnSpLocks/>
          </p:cNvCxnSpPr>
          <p:nvPr/>
        </p:nvCxnSpPr>
        <p:spPr>
          <a:xfrm flipV="1">
            <a:off x="8218265" y="5787465"/>
            <a:ext cx="410837" cy="0"/>
          </a:xfrm>
          <a:prstGeom prst="line">
            <a:avLst/>
          </a:prstGeom>
          <a:ln w="28575">
            <a:solidFill>
              <a:srgbClr val="40404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53 CuadroTexto">
            <a:extLst>
              <a:ext uri="{FF2B5EF4-FFF2-40B4-BE49-F238E27FC236}">
                <a16:creationId xmlns:a16="http://schemas.microsoft.com/office/drawing/2014/main" id="{916081F3-8BCD-5664-B219-766CA5C643CD}"/>
              </a:ext>
            </a:extLst>
          </p:cNvPr>
          <p:cNvSpPr txBox="1"/>
          <p:nvPr/>
        </p:nvSpPr>
        <p:spPr>
          <a:xfrm>
            <a:off x="8671677" y="5680810"/>
            <a:ext cx="6751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Demanda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3C62B82-7B53-CAD1-E7E1-F0548B797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610" y="58941"/>
            <a:ext cx="3497399" cy="68634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415B8EE1-36AF-362B-252E-093CA4F5D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8B7B7AE7-FCDE-92E1-0BC1-0366C0340E61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3325034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74B4D5B9-FDA5-CE58-E355-5BD6FA10A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0;p2">
            <a:extLst>
              <a:ext uri="{FF2B5EF4-FFF2-40B4-BE49-F238E27FC236}">
                <a16:creationId xmlns:a16="http://schemas.microsoft.com/office/drawing/2014/main" id="{C7C3F6D6-140C-533B-2D61-92890DDDF25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0013816" y="268418"/>
            <a:ext cx="1348764" cy="4133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" name="31 Gráfico">
            <a:extLst>
              <a:ext uri="{FF2B5EF4-FFF2-40B4-BE49-F238E27FC236}">
                <a16:creationId xmlns:a16="http://schemas.microsoft.com/office/drawing/2014/main" id="{C82402B5-CE68-6162-4195-2CC415588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438759"/>
              </p:ext>
            </p:extLst>
          </p:nvPr>
        </p:nvGraphicFramePr>
        <p:xfrm>
          <a:off x="0" y="777180"/>
          <a:ext cx="12192000" cy="4712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42 CuadroTexto">
            <a:extLst>
              <a:ext uri="{FF2B5EF4-FFF2-40B4-BE49-F238E27FC236}">
                <a16:creationId xmlns:a16="http://schemas.microsoft.com/office/drawing/2014/main" id="{C2469964-5C70-21EC-CCDC-02D9CC0BDE72}"/>
              </a:ext>
            </a:extLst>
          </p:cNvPr>
          <p:cNvSpPr txBox="1"/>
          <p:nvPr/>
        </p:nvSpPr>
        <p:spPr>
          <a:xfrm>
            <a:off x="9769498" y="5545712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s-MX" sz="800" b="1" i="1">
                <a:solidFill>
                  <a:prstClr val="black"/>
                </a:solidFill>
                <a:cs typeface="Arial" pitchFamily="34" charset="0"/>
              </a:rPr>
              <a:t>Detalle por Refinería</a:t>
            </a:r>
          </a:p>
        </p:txBody>
      </p:sp>
      <p:sp>
        <p:nvSpPr>
          <p:cNvPr id="26" name="41 Botón de acción: Hacia delante o Siguiente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8E79801-29E0-217F-D61D-F25F999ED31A}"/>
              </a:ext>
            </a:extLst>
          </p:cNvPr>
          <p:cNvSpPr/>
          <p:nvPr/>
        </p:nvSpPr>
        <p:spPr>
          <a:xfrm>
            <a:off x="10798198" y="5551738"/>
            <a:ext cx="302315" cy="184538"/>
          </a:xfrm>
          <a:prstGeom prst="actionButtonForwardNex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MX" sz="1348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35 Rectángulo">
            <a:extLst>
              <a:ext uri="{FF2B5EF4-FFF2-40B4-BE49-F238E27FC236}">
                <a16:creationId xmlns:a16="http://schemas.microsoft.com/office/drawing/2014/main" id="{935A3D35-9802-C26F-22A9-DCFEA697647E}"/>
              </a:ext>
            </a:extLst>
          </p:cNvPr>
          <p:cNvSpPr/>
          <p:nvPr/>
        </p:nvSpPr>
        <p:spPr>
          <a:xfrm>
            <a:off x="71713" y="98957"/>
            <a:ext cx="4253256" cy="30375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Producción de Turbosina  SNR (</a:t>
            </a:r>
            <a:r>
              <a:rPr lang="es-MX" sz="1500" b="1" err="1">
                <a:solidFill>
                  <a:srgbClr val="6E152E"/>
                </a:solidFill>
                <a:latin typeface="Geomanist Bold" panose="02000503000000020004" pitchFamily="50" charset="0"/>
              </a:rPr>
              <a:t>Mbd</a:t>
            </a: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)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EB1F195-2060-0225-1B73-2E438ECF2BFA}"/>
              </a:ext>
            </a:extLst>
          </p:cNvPr>
          <p:cNvSpPr/>
          <p:nvPr/>
        </p:nvSpPr>
        <p:spPr>
          <a:xfrm>
            <a:off x="81238" y="402713"/>
            <a:ext cx="221567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6D5868F-414B-1F8C-1173-17119383C857}"/>
              </a:ext>
            </a:extLst>
          </p:cNvPr>
          <p:cNvSpPr/>
          <p:nvPr/>
        </p:nvSpPr>
        <p:spPr>
          <a:xfrm>
            <a:off x="2010999" y="5811968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7EB7096-D367-A8F2-BF61-49D8412D3AEA}"/>
              </a:ext>
            </a:extLst>
          </p:cNvPr>
          <p:cNvSpPr/>
          <p:nvPr/>
        </p:nvSpPr>
        <p:spPr>
          <a:xfrm>
            <a:off x="3007063" y="5811968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95CD2D7-8782-5842-A186-478C1B1E5D9E}"/>
              </a:ext>
            </a:extLst>
          </p:cNvPr>
          <p:cNvSpPr/>
          <p:nvPr/>
        </p:nvSpPr>
        <p:spPr>
          <a:xfrm>
            <a:off x="4221272" y="5811968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32" name="53 CuadroTexto">
            <a:extLst>
              <a:ext uri="{FF2B5EF4-FFF2-40B4-BE49-F238E27FC236}">
                <a16:creationId xmlns:a16="http://schemas.microsoft.com/office/drawing/2014/main" id="{FCA3F699-8E85-F5AF-8CEF-3B7FCF1ED424}"/>
              </a:ext>
            </a:extLst>
          </p:cNvPr>
          <p:cNvSpPr txBox="1"/>
          <p:nvPr/>
        </p:nvSpPr>
        <p:spPr>
          <a:xfrm>
            <a:off x="2228207" y="5760642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33" name="53 CuadroTexto">
            <a:extLst>
              <a:ext uri="{FF2B5EF4-FFF2-40B4-BE49-F238E27FC236}">
                <a16:creationId xmlns:a16="http://schemas.microsoft.com/office/drawing/2014/main" id="{3CF25EFE-9C3C-A888-8539-C99D94CCF51C}"/>
              </a:ext>
            </a:extLst>
          </p:cNvPr>
          <p:cNvSpPr txBox="1"/>
          <p:nvPr/>
        </p:nvSpPr>
        <p:spPr>
          <a:xfrm>
            <a:off x="4396504" y="5760642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1076095-A83A-3EC4-7AAD-ABB86AB2512E}"/>
              </a:ext>
            </a:extLst>
          </p:cNvPr>
          <p:cNvCxnSpPr>
            <a:cxnSpLocks/>
          </p:cNvCxnSpPr>
          <p:nvPr/>
        </p:nvCxnSpPr>
        <p:spPr>
          <a:xfrm flipV="1">
            <a:off x="5368044" y="5873337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53 CuadroTexto">
            <a:extLst>
              <a:ext uri="{FF2B5EF4-FFF2-40B4-BE49-F238E27FC236}">
                <a16:creationId xmlns:a16="http://schemas.microsoft.com/office/drawing/2014/main" id="{8FBFAC05-DBB8-407D-0ACE-3170395CD627}"/>
              </a:ext>
            </a:extLst>
          </p:cNvPr>
          <p:cNvSpPr txBox="1"/>
          <p:nvPr/>
        </p:nvSpPr>
        <p:spPr>
          <a:xfrm>
            <a:off x="5741824" y="5755031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sp>
        <p:nvSpPr>
          <p:cNvPr id="36" name="53 CuadroTexto">
            <a:extLst>
              <a:ext uri="{FF2B5EF4-FFF2-40B4-BE49-F238E27FC236}">
                <a16:creationId xmlns:a16="http://schemas.microsoft.com/office/drawing/2014/main" id="{FB250DA8-BA19-9D83-4635-95CEE6A24579}"/>
              </a:ext>
            </a:extLst>
          </p:cNvPr>
          <p:cNvSpPr txBox="1"/>
          <p:nvPr/>
        </p:nvSpPr>
        <p:spPr>
          <a:xfrm>
            <a:off x="3201092" y="5760642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37" name="53 CuadroTexto">
            <a:extLst>
              <a:ext uri="{FF2B5EF4-FFF2-40B4-BE49-F238E27FC236}">
                <a16:creationId xmlns:a16="http://schemas.microsoft.com/office/drawing/2014/main" id="{C20C53B7-4DE7-E05A-BBC5-60F0984FAE3E}"/>
              </a:ext>
            </a:extLst>
          </p:cNvPr>
          <p:cNvSpPr txBox="1"/>
          <p:nvPr/>
        </p:nvSpPr>
        <p:spPr>
          <a:xfrm>
            <a:off x="7745971" y="5785128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3C222D1-554F-EFC6-D44C-736B9943CB2F}"/>
              </a:ext>
            </a:extLst>
          </p:cNvPr>
          <p:cNvCxnSpPr>
            <a:cxnSpLocks/>
          </p:cNvCxnSpPr>
          <p:nvPr/>
        </p:nvCxnSpPr>
        <p:spPr>
          <a:xfrm>
            <a:off x="6265270" y="5889062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620C63B3-3504-A08B-8F1D-ABEA6F6E991D}"/>
              </a:ext>
            </a:extLst>
          </p:cNvPr>
          <p:cNvCxnSpPr>
            <a:cxnSpLocks/>
          </p:cNvCxnSpPr>
          <p:nvPr/>
        </p:nvCxnSpPr>
        <p:spPr>
          <a:xfrm>
            <a:off x="7312933" y="5897823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53 CuadroTexto">
            <a:extLst>
              <a:ext uri="{FF2B5EF4-FFF2-40B4-BE49-F238E27FC236}">
                <a16:creationId xmlns:a16="http://schemas.microsoft.com/office/drawing/2014/main" id="{53E99B8B-1497-AE4C-9DBA-29F485167BBE}"/>
              </a:ext>
            </a:extLst>
          </p:cNvPr>
          <p:cNvSpPr txBox="1"/>
          <p:nvPr/>
        </p:nvSpPr>
        <p:spPr>
          <a:xfrm>
            <a:off x="6698308" y="5776367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42" name="35 Rectángulo">
            <a:extLst>
              <a:ext uri="{FF2B5EF4-FFF2-40B4-BE49-F238E27FC236}">
                <a16:creationId xmlns:a16="http://schemas.microsoft.com/office/drawing/2014/main" id="{EEA2A854-1AFB-987C-8656-66A8BAD0DA11}"/>
              </a:ext>
            </a:extLst>
          </p:cNvPr>
          <p:cNvSpPr/>
          <p:nvPr/>
        </p:nvSpPr>
        <p:spPr>
          <a:xfrm>
            <a:off x="9950090" y="4187563"/>
            <a:ext cx="1696216" cy="4063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000" b="1" kern="0">
                <a:solidFill>
                  <a:srgbClr val="C09200"/>
                </a:solidFill>
                <a:latin typeface="Montserrat" panose="00000500000000000000" pitchFamily="50" charset="0"/>
                <a:cs typeface="Arial" pitchFamily="34" charset="0"/>
              </a:rPr>
              <a:t>CMP : 37.4 Mbd</a:t>
            </a:r>
          </a:p>
          <a:p>
            <a:pPr algn="ctr">
              <a:defRPr/>
            </a:pPr>
            <a:r>
              <a:rPr lang="en-US" sz="1000" b="1" kern="0" err="1">
                <a:solidFill>
                  <a:srgbClr val="C09200"/>
                </a:solidFill>
                <a:latin typeface="Montserrat" panose="00000500000000000000" pitchFamily="50" charset="0"/>
                <a:cs typeface="Arial" pitchFamily="34" charset="0"/>
              </a:rPr>
              <a:t>Demanda</a:t>
            </a:r>
            <a:r>
              <a:rPr lang="en-US" sz="1000" b="1" kern="0">
                <a:solidFill>
                  <a:srgbClr val="C09200"/>
                </a:solidFill>
                <a:latin typeface="Montserrat" panose="00000500000000000000" pitchFamily="50" charset="0"/>
                <a:cs typeface="Arial" pitchFamily="34" charset="0"/>
              </a:rPr>
              <a:t>: 96.4 Mbd     </a:t>
            </a:r>
            <a:endParaRPr lang="es-MX" sz="1000" b="1" kern="0">
              <a:solidFill>
                <a:srgbClr val="C09200"/>
              </a:solidFill>
              <a:latin typeface="Montserrat" panose="00000500000000000000" pitchFamily="50" charset="0"/>
              <a:cs typeface="Arial" pitchFamily="34" charset="0"/>
            </a:endParaRPr>
          </a:p>
          <a:p>
            <a:pPr algn="ctr">
              <a:defRPr/>
            </a:pPr>
            <a:endParaRPr lang="es-MX" sz="1000" b="1" kern="0">
              <a:solidFill>
                <a:srgbClr val="691B31"/>
              </a:solidFill>
              <a:latin typeface="Montserrat" panose="00000500000000000000" pitchFamily="50" charset="0"/>
              <a:cs typeface="Arial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0BD370-91C0-56C7-823C-0721D009EB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610" y="58941"/>
            <a:ext cx="3497399" cy="68634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B48103E-A3BA-E57B-2ACA-FAAB539D3A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53 CuadroTexto">
            <a:extLst>
              <a:ext uri="{FF2B5EF4-FFF2-40B4-BE49-F238E27FC236}">
                <a16:creationId xmlns:a16="http://schemas.microsoft.com/office/drawing/2014/main" id="{3C83C618-3E20-2819-73D5-7FFE4B512B09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246880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263FCD54-140A-3827-108E-3BA189B8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31 Gráfico">
            <a:extLst>
              <a:ext uri="{FF2B5EF4-FFF2-40B4-BE49-F238E27FC236}">
                <a16:creationId xmlns:a16="http://schemas.microsoft.com/office/drawing/2014/main" id="{08ED07F2-9A79-E7EB-4876-0EDD65DD31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424469"/>
              </p:ext>
            </p:extLst>
          </p:nvPr>
        </p:nvGraphicFramePr>
        <p:xfrm>
          <a:off x="0" y="766729"/>
          <a:ext cx="12192000" cy="4744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Google Shape;50;p2">
            <a:extLst>
              <a:ext uri="{FF2B5EF4-FFF2-40B4-BE49-F238E27FC236}">
                <a16:creationId xmlns:a16="http://schemas.microsoft.com/office/drawing/2014/main" id="{36A34CB8-5614-906E-4E88-4119EE605ED9}"/>
              </a:ext>
            </a:extLst>
          </p:cNvPr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0013816" y="268418"/>
            <a:ext cx="1348764" cy="4133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42 CuadroTexto">
            <a:extLst>
              <a:ext uri="{FF2B5EF4-FFF2-40B4-BE49-F238E27FC236}">
                <a16:creationId xmlns:a16="http://schemas.microsoft.com/office/drawing/2014/main" id="{0DE0B379-3FA4-56B5-646E-B0A970C6BAE2}"/>
              </a:ext>
            </a:extLst>
          </p:cNvPr>
          <p:cNvSpPr txBox="1"/>
          <p:nvPr/>
        </p:nvSpPr>
        <p:spPr>
          <a:xfrm>
            <a:off x="9769498" y="5545712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s-MX" sz="800" b="1" i="1">
                <a:solidFill>
                  <a:prstClr val="black"/>
                </a:solidFill>
                <a:cs typeface="Arial" pitchFamily="34" charset="0"/>
              </a:rPr>
              <a:t>Detalle por Refinería</a:t>
            </a:r>
          </a:p>
        </p:txBody>
      </p:sp>
      <p:sp>
        <p:nvSpPr>
          <p:cNvPr id="3" name="41 Botón de acción: Hacia delante o Siguiente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DDEE7DA-F0DF-90A7-B400-029D5A5FECDA}"/>
              </a:ext>
            </a:extLst>
          </p:cNvPr>
          <p:cNvSpPr/>
          <p:nvPr/>
        </p:nvSpPr>
        <p:spPr>
          <a:xfrm>
            <a:off x="10798198" y="5551738"/>
            <a:ext cx="302315" cy="184538"/>
          </a:xfrm>
          <a:prstGeom prst="actionButtonForwardNex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MX" sz="1348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35 Rectángulo">
            <a:extLst>
              <a:ext uri="{FF2B5EF4-FFF2-40B4-BE49-F238E27FC236}">
                <a16:creationId xmlns:a16="http://schemas.microsoft.com/office/drawing/2014/main" id="{D7889435-3C1C-B169-A257-6CE60D9F81AB}"/>
              </a:ext>
            </a:extLst>
          </p:cNvPr>
          <p:cNvSpPr/>
          <p:nvPr/>
        </p:nvSpPr>
        <p:spPr>
          <a:xfrm>
            <a:off x="38742" y="134367"/>
            <a:ext cx="4253256" cy="30375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Producción de Asfalto  SNR (</a:t>
            </a:r>
            <a:r>
              <a:rPr lang="es-MX" sz="1500" b="1" err="1">
                <a:solidFill>
                  <a:srgbClr val="6E152E"/>
                </a:solidFill>
                <a:latin typeface="Geomanist Bold" panose="02000503000000020004" pitchFamily="50" charset="0"/>
              </a:rPr>
              <a:t>Mbd</a:t>
            </a: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C929A1-700F-29F6-7590-9311CE0730BA}"/>
              </a:ext>
            </a:extLst>
          </p:cNvPr>
          <p:cNvSpPr/>
          <p:nvPr/>
        </p:nvSpPr>
        <p:spPr>
          <a:xfrm>
            <a:off x="48267" y="438123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3538A6D-CF9F-E86C-DDC8-E2E4CDA3481F}"/>
              </a:ext>
            </a:extLst>
          </p:cNvPr>
          <p:cNvSpPr/>
          <p:nvPr/>
        </p:nvSpPr>
        <p:spPr>
          <a:xfrm>
            <a:off x="1984874" y="5811968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AF36AEC-348F-0320-6209-B14291DDF987}"/>
              </a:ext>
            </a:extLst>
          </p:cNvPr>
          <p:cNvSpPr/>
          <p:nvPr/>
        </p:nvSpPr>
        <p:spPr>
          <a:xfrm>
            <a:off x="2980938" y="5811968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70AE14-6199-CD4C-C2EF-31DADEC2C620}"/>
              </a:ext>
            </a:extLst>
          </p:cNvPr>
          <p:cNvSpPr/>
          <p:nvPr/>
        </p:nvSpPr>
        <p:spPr>
          <a:xfrm>
            <a:off x="4195147" y="5811968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0EAF1558-13CE-ED2E-4688-6F990036761C}"/>
              </a:ext>
            </a:extLst>
          </p:cNvPr>
          <p:cNvSpPr txBox="1"/>
          <p:nvPr/>
        </p:nvSpPr>
        <p:spPr>
          <a:xfrm>
            <a:off x="2202082" y="5760642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2E6BCF78-3063-A6A4-7617-820DC1C8EE86}"/>
              </a:ext>
            </a:extLst>
          </p:cNvPr>
          <p:cNvSpPr txBox="1"/>
          <p:nvPr/>
        </p:nvSpPr>
        <p:spPr>
          <a:xfrm>
            <a:off x="4370379" y="5760642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CBC49D8-F2D7-94C6-A39D-7BAA98B01551}"/>
              </a:ext>
            </a:extLst>
          </p:cNvPr>
          <p:cNvCxnSpPr>
            <a:cxnSpLocks/>
          </p:cNvCxnSpPr>
          <p:nvPr/>
        </p:nvCxnSpPr>
        <p:spPr>
          <a:xfrm flipV="1">
            <a:off x="5341919" y="5873337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53 CuadroTexto">
            <a:extLst>
              <a:ext uri="{FF2B5EF4-FFF2-40B4-BE49-F238E27FC236}">
                <a16:creationId xmlns:a16="http://schemas.microsoft.com/office/drawing/2014/main" id="{B8787E96-BFA1-EFAB-120C-D11B5E00F4B8}"/>
              </a:ext>
            </a:extLst>
          </p:cNvPr>
          <p:cNvSpPr txBox="1"/>
          <p:nvPr/>
        </p:nvSpPr>
        <p:spPr>
          <a:xfrm>
            <a:off x="5715699" y="5755031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0233F844-929A-B0F0-5C06-0924247D2557}"/>
              </a:ext>
            </a:extLst>
          </p:cNvPr>
          <p:cNvSpPr txBox="1"/>
          <p:nvPr/>
        </p:nvSpPr>
        <p:spPr>
          <a:xfrm>
            <a:off x="3174967" y="5760642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46EE107D-1CBD-4460-5152-04AB6C8F27B3}"/>
              </a:ext>
            </a:extLst>
          </p:cNvPr>
          <p:cNvSpPr txBox="1"/>
          <p:nvPr/>
        </p:nvSpPr>
        <p:spPr>
          <a:xfrm>
            <a:off x="7719846" y="5785128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47ADAAB-5BB4-9306-E9ED-41BAE13A48EF}"/>
              </a:ext>
            </a:extLst>
          </p:cNvPr>
          <p:cNvCxnSpPr>
            <a:cxnSpLocks/>
          </p:cNvCxnSpPr>
          <p:nvPr/>
        </p:nvCxnSpPr>
        <p:spPr>
          <a:xfrm>
            <a:off x="6239145" y="5889062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F6088D21-763C-F477-A8E6-70FDF4257EB5}"/>
              </a:ext>
            </a:extLst>
          </p:cNvPr>
          <p:cNvCxnSpPr>
            <a:cxnSpLocks/>
          </p:cNvCxnSpPr>
          <p:nvPr/>
        </p:nvCxnSpPr>
        <p:spPr>
          <a:xfrm>
            <a:off x="7286808" y="5897823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3 CuadroTexto">
            <a:extLst>
              <a:ext uri="{FF2B5EF4-FFF2-40B4-BE49-F238E27FC236}">
                <a16:creationId xmlns:a16="http://schemas.microsoft.com/office/drawing/2014/main" id="{7E8ED699-07FD-C6CB-EB40-7AADC89FE2E8}"/>
              </a:ext>
            </a:extLst>
          </p:cNvPr>
          <p:cNvSpPr txBox="1"/>
          <p:nvPr/>
        </p:nvSpPr>
        <p:spPr>
          <a:xfrm>
            <a:off x="6672183" y="5776367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23" name="35 Rectángulo">
            <a:extLst>
              <a:ext uri="{FF2B5EF4-FFF2-40B4-BE49-F238E27FC236}">
                <a16:creationId xmlns:a16="http://schemas.microsoft.com/office/drawing/2014/main" id="{6DE5E262-C9D5-81F1-8312-261EA1AAC910}"/>
              </a:ext>
            </a:extLst>
          </p:cNvPr>
          <p:cNvSpPr/>
          <p:nvPr/>
        </p:nvSpPr>
        <p:spPr>
          <a:xfrm>
            <a:off x="10302657" y="908644"/>
            <a:ext cx="1745133" cy="321986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CMP : 19.0 Mbd</a:t>
            </a:r>
          </a:p>
          <a:p>
            <a:pPr algn="ctr">
              <a:defRPr/>
            </a:pPr>
            <a:r>
              <a:rPr lang="en-US" sz="1000" b="1" kern="0" err="1">
                <a:solidFill>
                  <a:srgbClr val="C09200"/>
                </a:solidFill>
                <a:latin typeface="Montserrat"/>
                <a:cs typeface="Arial"/>
              </a:rPr>
              <a:t>Demanda</a:t>
            </a: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:  13.5 Mbd</a:t>
            </a:r>
            <a:endParaRPr lang="es-MX" sz="1000" b="1" kern="0">
              <a:solidFill>
                <a:srgbClr val="C09200"/>
              </a:solidFill>
              <a:latin typeface="Montserrat" panose="00000500000000000000" pitchFamily="50" charset="0"/>
              <a:cs typeface="Arial" pitchFamily="34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650912E-CE0C-72F4-2003-C99BAC6788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610" y="41523"/>
            <a:ext cx="3497399" cy="68634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2564000-FF52-6AD3-4129-D710ACA395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53 CuadroTexto">
            <a:extLst>
              <a:ext uri="{FF2B5EF4-FFF2-40B4-BE49-F238E27FC236}">
                <a16:creationId xmlns:a16="http://schemas.microsoft.com/office/drawing/2014/main" id="{EA23E609-DBC2-C2B8-D583-72FBBDE4A921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22364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74F7A4F6-2D8E-ADD0-1DA2-3982401C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31 Gráfico">
            <a:extLst>
              <a:ext uri="{FF2B5EF4-FFF2-40B4-BE49-F238E27FC236}">
                <a16:creationId xmlns:a16="http://schemas.microsoft.com/office/drawing/2014/main" id="{D682548D-5A9A-FE77-6750-172D90BE38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669188"/>
              </p:ext>
            </p:extLst>
          </p:nvPr>
        </p:nvGraphicFramePr>
        <p:xfrm>
          <a:off x="0" y="766729"/>
          <a:ext cx="12192000" cy="4744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42 CuadroTexto">
            <a:extLst>
              <a:ext uri="{FF2B5EF4-FFF2-40B4-BE49-F238E27FC236}">
                <a16:creationId xmlns:a16="http://schemas.microsoft.com/office/drawing/2014/main" id="{155D98CA-5BE4-1E85-545A-EB8AE17730FB}"/>
              </a:ext>
            </a:extLst>
          </p:cNvPr>
          <p:cNvSpPr txBox="1"/>
          <p:nvPr/>
        </p:nvSpPr>
        <p:spPr>
          <a:xfrm>
            <a:off x="9761109" y="6066572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s-MX" sz="800" b="1" i="1">
                <a:solidFill>
                  <a:prstClr val="black"/>
                </a:solidFill>
                <a:cs typeface="Arial" pitchFamily="34" charset="0"/>
              </a:rPr>
              <a:t>Detalle por Refinería</a:t>
            </a:r>
          </a:p>
        </p:txBody>
      </p:sp>
      <p:sp>
        <p:nvSpPr>
          <p:cNvPr id="25" name="41 Botón de acción: Hacia delante o Siguiente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A73D836-DA2D-C561-3AA1-47E066065672}"/>
              </a:ext>
            </a:extLst>
          </p:cNvPr>
          <p:cNvSpPr/>
          <p:nvPr/>
        </p:nvSpPr>
        <p:spPr>
          <a:xfrm>
            <a:off x="10789809" y="6072598"/>
            <a:ext cx="302315" cy="184538"/>
          </a:xfrm>
          <a:prstGeom prst="actionButtonForwardNex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MX" sz="1348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35 Rectángulo">
            <a:extLst>
              <a:ext uri="{FF2B5EF4-FFF2-40B4-BE49-F238E27FC236}">
                <a16:creationId xmlns:a16="http://schemas.microsoft.com/office/drawing/2014/main" id="{70A1442B-9DF8-3F8B-2006-8D88F1E0CFB7}"/>
              </a:ext>
            </a:extLst>
          </p:cNvPr>
          <p:cNvSpPr/>
          <p:nvPr/>
        </p:nvSpPr>
        <p:spPr>
          <a:xfrm>
            <a:off x="70951" y="138959"/>
            <a:ext cx="4533063" cy="30375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Producción de Combustóleo SNR (</a:t>
            </a:r>
            <a:r>
              <a:rPr lang="es-MX" sz="1500" b="1" err="1">
                <a:solidFill>
                  <a:srgbClr val="6E152E"/>
                </a:solidFill>
                <a:latin typeface="Geomanist Bold" panose="02000503000000020004" pitchFamily="50" charset="0"/>
              </a:rPr>
              <a:t>Mbd</a:t>
            </a:r>
            <a:r>
              <a:rPr lang="es-MX" sz="1500" b="1">
                <a:solidFill>
                  <a:srgbClr val="6E152E"/>
                </a:solidFill>
                <a:latin typeface="Geomanist Bold" panose="02000503000000020004" pitchFamily="50" charset="0"/>
              </a:rPr>
              <a:t>) 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8898C4-56CA-33F5-87A6-F536530A7047}"/>
              </a:ext>
            </a:extLst>
          </p:cNvPr>
          <p:cNvSpPr/>
          <p:nvPr/>
        </p:nvSpPr>
        <p:spPr>
          <a:xfrm>
            <a:off x="42146" y="403346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6BF2F8D-B0FA-2C99-A9D3-C3385CDF71E1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29" name="35 Rectángulo">
            <a:extLst>
              <a:ext uri="{FF2B5EF4-FFF2-40B4-BE49-F238E27FC236}">
                <a16:creationId xmlns:a16="http://schemas.microsoft.com/office/drawing/2014/main" id="{031B7D19-5E24-9932-7CB4-505E34976903}"/>
              </a:ext>
            </a:extLst>
          </p:cNvPr>
          <p:cNvSpPr/>
          <p:nvPr/>
        </p:nvSpPr>
        <p:spPr>
          <a:xfrm>
            <a:off x="10077354" y="978922"/>
            <a:ext cx="1696216" cy="3219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CMP : 244.5 Mbd</a:t>
            </a:r>
          </a:p>
          <a:p>
            <a:pPr algn="ctr">
              <a:defRPr/>
            </a:pPr>
            <a:r>
              <a:rPr lang="en-US" sz="1000" b="1" kern="0" err="1">
                <a:solidFill>
                  <a:srgbClr val="C09200"/>
                </a:solidFill>
                <a:latin typeface="Montserrat"/>
                <a:cs typeface="Arial"/>
              </a:rPr>
              <a:t>Demanda</a:t>
            </a:r>
            <a:r>
              <a:rPr lang="en-US" sz="1000" b="1" kern="0">
                <a:solidFill>
                  <a:srgbClr val="C09200"/>
                </a:solidFill>
                <a:latin typeface="Montserrat"/>
                <a:cs typeface="Arial"/>
              </a:rPr>
              <a:t>: 0.0 Mbd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D0BCCA5-C335-9ABC-53F4-E7F36C0D0395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0A5F622-BF50-757F-A1B3-7A1DB7E573C9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32" name="53 CuadroTexto">
            <a:extLst>
              <a:ext uri="{FF2B5EF4-FFF2-40B4-BE49-F238E27FC236}">
                <a16:creationId xmlns:a16="http://schemas.microsoft.com/office/drawing/2014/main" id="{073E74EC-3766-E268-C7CD-15142EC47E87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33" name="53 CuadroTexto">
            <a:extLst>
              <a:ext uri="{FF2B5EF4-FFF2-40B4-BE49-F238E27FC236}">
                <a16:creationId xmlns:a16="http://schemas.microsoft.com/office/drawing/2014/main" id="{4312C602-96E3-C871-6E53-32894C71A986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34" name="53 CuadroTexto">
            <a:extLst>
              <a:ext uri="{FF2B5EF4-FFF2-40B4-BE49-F238E27FC236}">
                <a16:creationId xmlns:a16="http://schemas.microsoft.com/office/drawing/2014/main" id="{AF92E86F-C778-F818-02FE-82A4F68D8062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C10401D-EF16-1490-60D1-7355012E78D8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53 CuadroTexto">
            <a:extLst>
              <a:ext uri="{FF2B5EF4-FFF2-40B4-BE49-F238E27FC236}">
                <a16:creationId xmlns:a16="http://schemas.microsoft.com/office/drawing/2014/main" id="{71961417-4CD3-BC10-2D78-38BDEDF4E658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FB76B89-0E0E-B0DD-CA31-482311834209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53 CuadroTexto">
            <a:extLst>
              <a:ext uri="{FF2B5EF4-FFF2-40B4-BE49-F238E27FC236}">
                <a16:creationId xmlns:a16="http://schemas.microsoft.com/office/drawing/2014/main" id="{B03ED7D3-A269-05AC-7DB9-B9308BB0C4BF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2D869C1-F82C-7350-FA31-7559C1C2FFA3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53 CuadroTexto">
            <a:extLst>
              <a:ext uri="{FF2B5EF4-FFF2-40B4-BE49-F238E27FC236}">
                <a16:creationId xmlns:a16="http://schemas.microsoft.com/office/drawing/2014/main" id="{CAE619C7-374A-A3E5-AD9F-17974A709D8A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004975-C6EA-ED61-DFA7-8EBAF0F2F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9A7ED32-19CE-B1E8-B20F-F737C5956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53 CuadroTexto">
            <a:extLst>
              <a:ext uri="{FF2B5EF4-FFF2-40B4-BE49-F238E27FC236}">
                <a16:creationId xmlns:a16="http://schemas.microsoft.com/office/drawing/2014/main" id="{383AA810-A6D3-4439-04A3-C304C12AFD63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421530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E8D6C-482A-410F-513E-86153436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58B7F4A-C3A4-852E-88B8-048F6AC8E552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24836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SNR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730CF5D-046C-F106-1816-6E961C0F9EB8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3A17D6B7-7C17-F993-3BA0-85EC94FD6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482927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628D11F3-3880-25C9-5282-7E81518CF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113A521-D245-8C55-95BB-21728D7FFF39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245C4F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D5D3D2-C82B-FEBE-D397-171885F6706C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69193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2F5B16-7A99-42BB-9C5C-3560050AB7CF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44E27BA4-7E53-F955-CFA7-7B096D44574D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E7641EFD-1F27-7146-8D9D-1F38B67C00AC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79255A62-2AD5-44C6-65B3-4E86E3197CDD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B1D7C49-38A7-E3FC-27E7-30850BB5A789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4C19C8FC-82B7-F132-8EF3-D6CED5AAFD9B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C15FD26A-2A55-F727-CBC7-F0ED082805B5}"/>
              </a:ext>
            </a:extLst>
          </p:cNvPr>
          <p:cNvSpPr txBox="1"/>
          <p:nvPr/>
        </p:nvSpPr>
        <p:spPr>
          <a:xfrm>
            <a:off x="2096111" y="6087549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latin typeface="Geomanist" panose="02000503000000020004" pitchFamily="50" charset="0"/>
                <a:cs typeface="Arial" pitchFamily="34" charset="0"/>
              </a:rPr>
              <a:t>Fuente:BDI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411639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2DC54-3A09-1938-3FA1-3CD69C2F4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D19EFF9-E498-375E-4C6B-913B65C43D6A}"/>
              </a:ext>
            </a:extLst>
          </p:cNvPr>
          <p:cNvSpPr/>
          <p:nvPr/>
        </p:nvSpPr>
        <p:spPr>
          <a:xfrm>
            <a:off x="1091380" y="2890684"/>
            <a:ext cx="10009239" cy="1071716"/>
          </a:xfrm>
          <a:prstGeom prst="rect">
            <a:avLst/>
          </a:prstGeom>
          <a:solidFill>
            <a:srgbClr val="EDD899"/>
          </a:solidFill>
          <a:ln>
            <a:solidFill>
              <a:srgbClr val="EDD8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B72EC1-857B-9B77-C4E9-D0C2A2C79A31}"/>
              </a:ext>
            </a:extLst>
          </p:cNvPr>
          <p:cNvSpPr txBox="1"/>
          <p:nvPr/>
        </p:nvSpPr>
        <p:spPr>
          <a:xfrm>
            <a:off x="2438405" y="2967335"/>
            <a:ext cx="736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>
                <a:solidFill>
                  <a:srgbClr val="69193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Refinería Cadereyta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12E6BC-C91E-9054-0AA0-6FA57CCCD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5320"/>
            <a:ext cx="326061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7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461A3B2-CFD4-BC1C-38C3-7D85D8CFF9AE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25135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Proceso de crudo Cadereyta Programa: 154.8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B6549B-1885-A997-9061-1ED31463D446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7" name="31 Gráfico">
            <a:extLst>
              <a:ext uri="{FF2B5EF4-FFF2-40B4-BE49-F238E27FC236}">
                <a16:creationId xmlns:a16="http://schemas.microsoft.com/office/drawing/2014/main" id="{2F9D3294-53F7-DE13-9A88-4988180202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7671120"/>
              </p:ext>
            </p:extLst>
          </p:nvPr>
        </p:nvGraphicFramePr>
        <p:xfrm>
          <a:off x="0" y="833185"/>
          <a:ext cx="12192000" cy="4618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7F0EFC9-1A80-2C22-5362-3CDF963DC8F8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4EB337-C64D-2567-3CFC-EBBF89CB0145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8063570-FA48-B17D-CDA7-AE6B9545786F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AA2CBC05-73EF-A965-BA04-90461B419F17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A4F80919-0C32-5B12-663D-0D91DD7A372B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06825262-31FA-C5AA-CEFA-CD072FE297A1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3607F96-9730-82CB-AB18-2D5E73F89779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73AF98C3-E4CF-65C8-0E03-CE018103B36F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34CE549-8918-B81F-37C6-01EB36ECA3B2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C8BC13ED-9BAC-51BC-841F-094DC20503EB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2D232AF-477F-2959-743E-C29374DE313D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D08857F9-5188-3E41-F85F-6CE458B22930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761A1CD-A55F-0E2F-610B-003BC9BCE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A8DDE1A-02E4-21EA-120E-73AE43B2F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53 CuadroTexto">
            <a:extLst>
              <a:ext uri="{FF2B5EF4-FFF2-40B4-BE49-F238E27FC236}">
                <a16:creationId xmlns:a16="http://schemas.microsoft.com/office/drawing/2014/main" id="{77A5DAEC-6C51-6C0E-D046-5D62D5BA1D99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849315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E0A3-F544-B74D-80BE-7272DD30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2940DE6-BD64-D49D-0B05-5919986CEA1E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753426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Gasolinas Cadereyta Programa: 70.2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03E397A-6A3A-C9E0-18F0-8884D30FF79F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E46AC96-DE06-7ACB-9D35-119D366C03D1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2108F6-ED41-F1F2-EE69-D0AD32C55044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0DAA407-3A65-3AED-6751-5200FD891356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CAC33181-E9AA-E56C-463A-AD1B5FCA0CE6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F11E389A-4F3C-4C38-541C-9707E661CF3B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71D81D41-629F-37F8-40B8-B52B0E94C2FB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F78282A-08C7-A0B9-1FA5-4C16B35019A9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E2BC4C08-2E9B-006A-BFB5-EFA7FAF6F538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3A7C99B-FC3D-2C77-B947-DA597059F778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8281C4EA-3364-51A0-1215-2F76936278D9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47F5422-3A9D-55DC-358C-ED0AA5A67CCE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EF7D5B22-6675-614F-D4F2-8F998F24E9F8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3A84C17-93ED-4AB2-BD70-13E22A975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3C4D9D5E-F86F-1394-CE6A-8F4F1FA569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829961"/>
              </p:ext>
            </p:extLst>
          </p:nvPr>
        </p:nvGraphicFramePr>
        <p:xfrm>
          <a:off x="0" y="863629"/>
          <a:ext cx="12192000" cy="4572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4697A338-03B4-8C7D-19FE-6CEA022FC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3FE26463-2954-259A-8C46-90C76C284393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361232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5A70A-1C10-8F84-E01E-08E4DA89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B771CDC-79F6-5676-9D95-4AC38B9FE616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4428961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Diesel Cadereyta Programa: 59.3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2CD19A-D5E9-0CE2-68B2-2D2D2E580EA8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27F4190-BBCB-7D9B-4147-7E45B46DDA67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C1E128B-F4CA-327F-3D6E-6691E36EE239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9341DE-EF77-03E1-07F6-CDAAF051DD6C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B9EE4E13-C2AB-F770-8245-DD51AF8CA38E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83F833E0-9927-446C-F1E1-4AC1C59C866E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395118D8-B9DF-FFDF-E8A5-7CB32CEE04F1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0DAB848-251E-7BAC-2753-EA67F38A12B5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1A21299B-0C92-FA76-C3E8-B2F3C8D480B1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28BC8B8-0F96-1AD0-3676-9F013E9BE74A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31EAEDDA-A7CF-4667-33FC-22D4F23616A1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F9DB15D-B841-A755-7A6B-55C5C311354F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6604CD28-73E7-BB3E-42DD-27F05AC46C59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13E1CC4-376E-2629-0F23-6205C0771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8B184CA7-7E24-29FE-C43A-9940EFB003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1990463"/>
              </p:ext>
            </p:extLst>
          </p:nvPr>
        </p:nvGraphicFramePr>
        <p:xfrm>
          <a:off x="0" y="849206"/>
          <a:ext cx="12191999" cy="4617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379205EA-6C7D-075E-AD70-748619DEC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BB9597C9-8CCD-20C5-B464-2C8B58FB4B23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1633314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878B-463E-8E0D-4D9F-4A16FFCC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48A392B-EF16-111B-D10B-14E06475998B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Combustóleo Cadereyta Programa: 23.2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FC86B4-7BEE-1B2A-A0EA-31428AB1397D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40D817C-2DDE-D761-68B5-BE7D6FEB9327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9E79680-7BC6-420A-3294-250B87D03D63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7B746A8-90F6-C659-5BAF-F8256583DA8F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200BAE0F-C3F2-9208-A7F1-D3ABAA745D2C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71168CFC-CE3A-5E34-5EAA-EB218599919B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7AA3EB38-2BA2-87AB-D0EB-CE2BAED11A59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620037F6-304C-5E51-BDA0-F3E6E523E4DB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B43BB5DD-F60C-0265-B8D3-D8BFF70A408B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87273A5-7F76-18FE-CDA7-EC9C3C4B8E5E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A5E3111F-08CA-4842-512C-5110118C1222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529E47F-B772-4708-46C8-DAFBE131A11D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0F6F3159-039D-9E4A-D8B5-10D50196BBD8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34C60AD-D919-A0EF-DBD8-F0B76F46B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876E3E4C-DB4E-2180-EA7F-25D122FEB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4967910"/>
              </p:ext>
            </p:extLst>
          </p:nvPr>
        </p:nvGraphicFramePr>
        <p:xfrm>
          <a:off x="0" y="849275"/>
          <a:ext cx="12192000" cy="4586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374DAA02-71AA-BC6B-0212-F4F5BCA79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F8AF60C6-E3C4-27EA-D8B7-03D9094649EA}"/>
              </a:ext>
            </a:extLst>
          </p:cNvPr>
          <p:cNvSpPr txBox="1"/>
          <p:nvPr/>
        </p:nvSpPr>
        <p:spPr>
          <a:xfrm>
            <a:off x="2096111" y="6087549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Balances de Refinerías (Anuales),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238835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920608F-97E6-C5A4-C21E-01500E3BF989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24836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Cadereyta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493AADD-4138-386E-B52A-764BF444ED54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70298538-A2E6-8877-42F1-E511B2FFEF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55739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C0905C12-9634-A038-C1BB-3A54E5F28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A0417D6-2C7A-8ACB-3CF0-1E94F1D60235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245C4F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33E6A4-1530-00F2-3993-C7816BC06FF0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69193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7DB84D7-44FE-6244-A2B5-27A22FB4B4BF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68AE7523-6AD6-6E9A-D75D-08B18D355F13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D4E46B1F-E28D-E93F-DCCE-2B2EFBB9C6B5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758F4980-A94C-2F90-4389-E272459E3884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6EFC4A8-EB91-680C-9D94-070787ECB14B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114B3A96-4AD3-A711-526A-9A8B686C091E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74FC20B2-B54B-6E51-FF80-69268A5B01DF}"/>
              </a:ext>
            </a:extLst>
          </p:cNvPr>
          <p:cNvSpPr txBox="1"/>
          <p:nvPr/>
        </p:nvSpPr>
        <p:spPr>
          <a:xfrm>
            <a:off x="2096111" y="6087549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latin typeface="Geomanist" panose="02000503000000020004" pitchFamily="50" charset="0"/>
                <a:cs typeface="Arial" pitchFamily="34" charset="0"/>
              </a:rPr>
              <a:t>Fuente:BDI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, Enero y febrero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marzo y abril</a:t>
            </a:r>
          </a:p>
        </p:txBody>
      </p:sp>
    </p:spTree>
    <p:extLst>
      <p:ext uri="{BB962C8B-B14F-4D97-AF65-F5344CB8AC3E}">
        <p14:creationId xmlns:p14="http://schemas.microsoft.com/office/powerpoint/2010/main" val="1237789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3C007-1118-40DA-E26C-3BE2E371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872116C-E7A5-DB3B-EBA6-997752D36CA7}"/>
              </a:ext>
            </a:extLst>
          </p:cNvPr>
          <p:cNvSpPr/>
          <p:nvPr/>
        </p:nvSpPr>
        <p:spPr>
          <a:xfrm>
            <a:off x="1091380" y="2890684"/>
            <a:ext cx="10009239" cy="1071716"/>
          </a:xfrm>
          <a:prstGeom prst="rect">
            <a:avLst/>
          </a:prstGeom>
          <a:solidFill>
            <a:srgbClr val="EDD899"/>
          </a:solidFill>
          <a:ln>
            <a:solidFill>
              <a:srgbClr val="EDD8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7D4F51-915B-766D-C55A-4295A34D37D7}"/>
              </a:ext>
            </a:extLst>
          </p:cNvPr>
          <p:cNvSpPr txBox="1"/>
          <p:nvPr/>
        </p:nvSpPr>
        <p:spPr>
          <a:xfrm>
            <a:off x="2930016" y="2967335"/>
            <a:ext cx="6145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>
                <a:solidFill>
                  <a:srgbClr val="69193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Refinería Madero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D278543-5F71-631B-9EA9-72C83ED02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5320"/>
            <a:ext cx="326061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07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A6FC-7A07-41B6-2FCD-D3592C62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5E3C72C-A223-C01B-F290-FC3D17FC54B7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25135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Proceso de crudo Madero Programa: 110.1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976972-BEF8-38AB-FFC6-D4DE7CDB9A7C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FAE62B-8CFA-0BC6-1854-71993ACB2E7F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AD565BB-025D-1F2B-339A-9EB8C7E556F0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D8A318C-0FC0-F05F-1EB0-E3D8DBBFBD9F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54B94BF5-00A0-5483-320A-AD551FEFE58C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629E7076-1CE2-519C-B3D7-4885380C1715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81486C3C-9A86-0E23-3325-F58D483B1F42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8C4B5EE-EF80-5013-8D3C-9DBF22A69C90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EA5B2566-EBFA-85BB-1A75-53EC40E4CCF1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52E1F78-DFDF-69C8-92EA-E96A13F88E1E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3C91BD8C-433F-6E11-8418-7C1B19487680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8F2DEBF-8DF7-9DA0-7708-B05AC02623FA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A624A09A-BD2E-5DF8-9709-97EE7BEB107E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9970AB8-8037-D21F-AC17-19A5420B5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8CFDFFF0-4B89-1F3F-159D-C18061E533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493911"/>
              </p:ext>
            </p:extLst>
          </p:nvPr>
        </p:nvGraphicFramePr>
        <p:xfrm>
          <a:off x="0" y="899689"/>
          <a:ext cx="12192000" cy="4551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A80550CD-3A86-76E1-64FA-5A7E314DB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53 CuadroTexto">
            <a:extLst>
              <a:ext uri="{FF2B5EF4-FFF2-40B4-BE49-F238E27FC236}">
                <a16:creationId xmlns:a16="http://schemas.microsoft.com/office/drawing/2014/main" id="{3BA3A6A6-9893-66BD-9274-6F58823F86BD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799702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2656-A2F2-E83E-EDF6-86EC9774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4D2FE5D-B76B-47CE-CCC6-7A2393B36592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54694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Gasolinas Madero Programa: 36.0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02DC23-CE49-9310-E54D-50B69075BB32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A16D1F4-4EBB-3607-3546-569144DB7776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83FB0AC-C76C-78D7-C048-F2C949F988E4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8D389A4-20F0-2650-F3A3-E80E3CBEF420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EDAFB152-A382-3882-942A-1C3FF9238137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2C00D5AC-770F-7E00-B32F-646806B80EF9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CE3190E1-0123-FD3C-26D7-92B500677B09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F6096A1-2513-E5B7-C67D-4BE50F18CC16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DAE96798-B455-D082-E986-52B23738FAFA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4C0FEC2-9F4F-30FE-F55D-EF2C63831403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6062FD77-58A1-7B57-78BA-7993C4993911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31357AC-EC62-84D0-4C25-0674CA8F55E6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BE5C46A8-0674-1762-118A-590B79402CC7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8E6F9A2-3F12-2AA8-8C0A-CBF12BC0A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85638A3A-A833-D2A3-F0E7-BD5C3AE73A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6560686"/>
              </p:ext>
            </p:extLst>
          </p:nvPr>
        </p:nvGraphicFramePr>
        <p:xfrm>
          <a:off x="0" y="849276"/>
          <a:ext cx="12192000" cy="4704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D9D6D23F-F377-6614-734C-98FC085B6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28FB1063-A954-709D-67E9-617292774CE2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494177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3ADC4-192C-78B0-9AB9-CBF7F3086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A6EBC57-0D7D-71CA-B994-9B967AE4BFCA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4251355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Diesel Madero Programa: 30.2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22C9583-04FC-5ACC-95F8-88ED85AA9180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F93524A-BD10-8691-D507-DF9EEB1759E4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A87480-BD8D-BAB0-7D97-BF01712E1D55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88B06E2-C219-0E4C-9C10-96011D2C39D2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B31EB3C2-5199-EF58-A5C1-35EE3DE472EC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E9ACC498-69B6-40D8-E19C-E8DD0EA6E524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12D81DEB-3E6F-DA93-6D79-2B0067607AFB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658217C-895F-0848-1509-B5B86D029C3D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508B595D-7CA5-8992-57E7-6A61142596D4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5191811-62E2-0AD9-65AC-582B46AF95F1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673491C7-698E-3616-90C1-2EC4E2F58A7F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EB41EE8-4581-2E04-9274-56FAFCD750DA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5B37CB8D-5D2F-9873-4D5F-05EC17EB9FEC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1EBEC65-65C7-6B15-6449-50CFDEF5A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F080A717-30C9-9854-A20E-C355815E9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0534678"/>
              </p:ext>
            </p:extLst>
          </p:nvPr>
        </p:nvGraphicFramePr>
        <p:xfrm>
          <a:off x="-4378" y="820340"/>
          <a:ext cx="12196378" cy="4682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9A2CD494-81E4-6764-45AF-BE880EE47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D2802425-6947-4B60-3C28-C1FBD3CD4DBC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090205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565A-EE01-7FCD-009C-A5CB3C63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726395A-4A40-B618-768E-56B39F222C0E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Turbosina Madero Programa: 0.0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16C370A-F759-FE77-24AE-EB7A17FFEFE7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19E437-2183-C976-D341-E8A3C3CA3FA2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83BE573-AF52-CFFC-9EFD-45199E4056DF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E231FE0-1386-E094-E448-CD50CE1F4DA8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485BF5D8-45EC-F989-E86D-16FEF14BB06C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508A7F1F-7E83-98DE-4E5F-32F57052A182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F0139077-2BA9-CE0C-4D10-F39A4BFC399D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0B8BC82-4D29-471F-2089-D049A9CFB4FD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8FB7C775-533E-1CFC-99A3-3062A7168F4E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FCB5D76-59DE-FEFE-2E85-B26622153F60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8E8867D2-92A1-2A62-3317-4BDF7CCD0C15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152A955-0EEE-AC70-DCA3-893029483AB0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7851F815-75B4-4D63-475B-EFBE25010AA2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7B558D6-73F8-3A78-5CEF-E7CDA5F8D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99E07CC5-707F-E954-20A4-5000A1FB06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372924"/>
              </p:ext>
            </p:extLst>
          </p:nvPr>
        </p:nvGraphicFramePr>
        <p:xfrm>
          <a:off x="0" y="820340"/>
          <a:ext cx="12192000" cy="4646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31150245-FBC3-418F-AE7A-087954F1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FD8781D9-892E-D137-E181-F1FF07C94199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470830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28BA-C650-52C0-2763-CCD522A2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E820670-EEFC-74F5-2450-6F0D22624804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Combustóleo Madero Programa: 24.7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C0C421D-C9C4-79E8-22FF-7B4016FB8128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AD31F5B-6956-4B47-D2CF-1DEA9E4B576B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9085CB7-1253-284D-A5FD-11A9A69EE7D8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5527C7F-DF9D-1BEB-9155-E2F2D6C8C95A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F3DAA6A5-D252-75AB-A31C-2FF70DED9A1A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C5232173-8F44-4B4B-7AA2-F8D22A9C2474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3B59F860-E5A4-2D6D-C4E6-35B5143E4AE1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04474CD-CBE6-5FF0-2469-976C254F8270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B87DFEB5-21FC-DFB5-1152-C4C49E7E3A17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C0C2084-35B1-7FE4-70FA-294060740027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A05C1E17-60C0-6373-1E5C-B92C36B3914B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C8BA272-4060-8679-91FD-0A15AD03EDB7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7904D99D-9EDD-315F-8B83-EB6373DAB22B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A683C9B-FDDC-B95A-54FE-49EE53FA1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B7820724-A4D5-D516-AA81-804B890B44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704534"/>
              </p:ext>
            </p:extLst>
          </p:nvPr>
        </p:nvGraphicFramePr>
        <p:xfrm>
          <a:off x="0" y="899689"/>
          <a:ext cx="12192000" cy="4654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26610CF6-3EE0-51BA-CDC3-92DC84049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438D6437-19B7-3CF6-9CEC-192A2F552540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178760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735B-13DF-34AF-B415-B7DDC197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A92153F-3B3F-5F90-7333-A0CCBA4F9DD9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24836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Madero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7BAFD5-5615-66C5-7A4A-9475C6EB7473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9F24F7C2-D7A7-E534-0E4A-46E409D282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117898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3A066792-BF4B-9CF2-2D25-517381BA5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EA26CC7-2F80-6415-E69B-0E5788C33080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245C4F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44D3474-B8C4-B595-3943-EEDDB5675DF8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69193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AD1408-2FBE-3C9D-225F-2C538E44C103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2131D3DE-67C2-82B7-39E0-BA7D42E9E29F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461612CB-0B28-583B-3FD7-7209D8605FD0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0831C412-3FC6-C7BE-09EF-673559FF781C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457CF5E-E00D-3638-FBFF-7FA976FB9E69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15533F91-CBCD-D1D3-8C86-7841F325B702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9829325D-73A1-E87E-DC06-EF8FB2ACA5B6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002524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3822-B412-E347-2203-59089B3F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BBF76B1-2664-8A5A-65A2-F838745CCFE7}"/>
              </a:ext>
            </a:extLst>
          </p:cNvPr>
          <p:cNvSpPr/>
          <p:nvPr/>
        </p:nvSpPr>
        <p:spPr>
          <a:xfrm>
            <a:off x="1091380" y="2890684"/>
            <a:ext cx="10009239" cy="1071716"/>
          </a:xfrm>
          <a:prstGeom prst="rect">
            <a:avLst/>
          </a:prstGeom>
          <a:solidFill>
            <a:srgbClr val="EDD899"/>
          </a:solidFill>
          <a:ln>
            <a:solidFill>
              <a:srgbClr val="EDD8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1B8CF5-99BE-EFFF-5AD4-51C91BEFC1B6}"/>
              </a:ext>
            </a:extLst>
          </p:cNvPr>
          <p:cNvSpPr txBox="1"/>
          <p:nvPr/>
        </p:nvSpPr>
        <p:spPr>
          <a:xfrm>
            <a:off x="2536721" y="2967335"/>
            <a:ext cx="7089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>
                <a:solidFill>
                  <a:srgbClr val="69193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Refinería Minatitlán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39923E6-2CE3-E53F-C226-51CBE2357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5320"/>
            <a:ext cx="326061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97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CD9D-D8B7-9AB0-27B1-C1AC44B7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98C8D9C-6B64-1F2D-3771-E10F0C16509A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25135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Proceso de crudo Minatitlán Programa: 170.0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D653925-FCDD-92B8-2463-01C55E987E06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1BE0A66-E434-0AD4-494D-B20E6DA7B912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2D2169E-4630-7712-7025-6DDECBE8D71E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7E224E6-3C57-6951-6624-FF82018719EA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2B668EDE-A81B-5819-14FA-FEAED6DA719A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21C7ED7D-CDEC-0B68-B7E5-27C22CC30660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2D1D5AAB-5697-A5CD-8CD7-F1EEB55F13A9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98676682-39D0-EABB-0E98-303C4F8A7B43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540171C4-835C-F0B1-FCE2-AA3980C038DF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7FAAFB5-985E-85E7-E438-496FB703DF1F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7C83A3D9-7642-FDBD-A03D-8A4394D28481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24C832D-32D3-6756-F958-F2171FF74349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1FC12A05-2232-EB33-259E-BA04D9CF7471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20ACDC3-279B-4468-4351-4654F27E0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53E23B37-021C-FB82-823F-611F03FFEF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3577812"/>
              </p:ext>
            </p:extLst>
          </p:nvPr>
        </p:nvGraphicFramePr>
        <p:xfrm>
          <a:off x="-2480" y="820340"/>
          <a:ext cx="12194480" cy="4682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97DE0236-8D9D-6F62-43CD-B47CE0D25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311E5BC3-C848-ECBA-89BE-19AB15E94845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765974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3CF3-059A-2CE7-90C6-E4CF76A6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36A7D6-F971-E784-A5CA-6E3A5158B312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822252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Gasolinas Minatitlán Programa: 66.1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ECE18FA-F8B7-88D2-580E-A4BDB71ACA1D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A279096-D5F7-B3F9-D009-0CAEADB24E4F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79FB9C2-F2CB-3EC2-E6A1-47BB95BD4EE5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3645E9E-7A20-D6C8-84D2-C737E04196FB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27BF9EA1-5580-5FC6-CB3F-C9835E9599B2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EBF5B559-4590-A08D-945B-9F718E28EAEC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D08E3046-7B60-4C11-2334-7495F66B7D5E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944286A3-A54B-03F4-96E6-0190932639FE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96A79BD2-8AAE-F7DF-EDC2-D8BAB495726E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695A6D7-A98F-C6FB-AFCB-74197C5B62E3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B05D7670-1A3C-E647-5545-4BF355B4AADD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981F11C-46C6-5AD2-0330-F2F030AA43BF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3CBA8C29-2F87-1DAF-8109-F9877550C484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3340E89-01ED-9BF5-C58F-038FD2490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2192A57B-B507-57AB-2EA5-9440B42334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7300157"/>
              </p:ext>
            </p:extLst>
          </p:nvPr>
        </p:nvGraphicFramePr>
        <p:xfrm>
          <a:off x="-33300" y="820340"/>
          <a:ext cx="12225300" cy="4682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CE573EB8-EDB9-D7FD-3F12-12025FD88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A17E5BE2-BF15-714C-38C9-98AA88AC5976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427565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B577F-B09C-E33E-EAF2-048DEE133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99DB9A8-A6A7-006D-D765-7036F83EC840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4478123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Diesel Minatitlán Programa: 42.4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6293F0-2704-CC53-F704-9A6BBDE6FEF4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5B40CCD-517B-6BDA-E23B-E5EB647EA925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AE80ED-A699-E6C2-25EC-DC0B01036589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1FF8FF0-7D1C-99A5-316D-55D26DCBE8A2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C1C19876-100F-A947-31D4-D921CC2A51F4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FA490443-15F7-3D80-A975-DCEC172CA9B1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51CD7DF2-A056-64B2-4776-D391878ED761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EEDC75B-8222-3348-2E21-0709192ECCEF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0894BE19-68F6-617F-9AAC-49389A4C6B4F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D59F55C-1BE9-2C54-242B-252F9871CE3E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E6CF3BC1-415E-2716-1FD5-779EED3A9CB4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A07BB00-A219-4775-8406-2A5E9574270D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954B6D1E-16F0-36EF-4EE5-ACD6F7A6A166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53163D6-5D89-8D78-EE0C-87F4C9355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A1107520-41C8-2C9A-D343-8974BC80A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8454152"/>
              </p:ext>
            </p:extLst>
          </p:nvPr>
        </p:nvGraphicFramePr>
        <p:xfrm>
          <a:off x="0" y="820339"/>
          <a:ext cx="12192000" cy="4646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5FD51645-4C1A-EEEE-AAC5-20A2CB7FF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EA929491-495B-DA37-E6C2-E71B4888FD93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679391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DEEE-57AA-5B42-BB39-6336904C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AF2B0E8-24D9-3AB1-8ACD-C0447D376731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Combustóleo Minatitlán Programa: 49.4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DAEB56F-179C-10D9-1537-DB8904A5FFE5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C8AEE1-20AB-8373-28F1-8F8D7477BA84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DB1425-3B1D-394A-A795-CA1FC52BEA27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FB97645-EDA1-14DA-9084-67AB289A19B4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B6F21E98-DD46-F280-6385-1C85C4A3715B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61391E07-9E59-75C2-487A-82A462DAF2CC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92F5DB2C-8552-279F-4F7A-600DA23A74D9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B168518-8B21-A2CD-745F-3D5E5F41AB4E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01B417FD-32B5-F9E8-84E4-941FA927083D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2FDCFB2-1EE5-E6F5-41E7-D09C46B2AD23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12DF4245-B1F8-64C3-A27B-EAF3863327BF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EDC392D-5C94-5DCE-8ADF-2B7B3B66DEE4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FADC8375-50B2-E550-2E13-3671933F274E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142F07C-3643-C3B1-F4E5-069CE93F1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DD1682CB-093C-9398-DC2E-C7F1591065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1726505"/>
              </p:ext>
            </p:extLst>
          </p:nvPr>
        </p:nvGraphicFramePr>
        <p:xfrm>
          <a:off x="0" y="820340"/>
          <a:ext cx="12192000" cy="4672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3023152D-4701-A7E6-07FD-D26996570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E0782E6D-B843-C097-A396-9842DA39D849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779883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3986-245C-533A-7957-84CF7BD2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DB130C-081A-5601-850F-9057AF6A181A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 dirty="0" err="1">
                <a:solidFill>
                  <a:srgbClr val="691B31"/>
                </a:solidFill>
                <a:latin typeface="Geomanist Bold"/>
              </a:rPr>
              <a:t>Producción</a:t>
            </a:r>
            <a:r>
              <a:rPr sz="1500" b="1" dirty="0">
                <a:solidFill>
                  <a:srgbClr val="691B31"/>
                </a:solidFill>
                <a:latin typeface="Geomanist Bold"/>
              </a:rPr>
              <a:t> de </a:t>
            </a:r>
            <a:r>
              <a:rPr sz="1500" b="1" dirty="0" err="1">
                <a:solidFill>
                  <a:srgbClr val="691B31"/>
                </a:solidFill>
                <a:latin typeface="Geomanist Bold"/>
              </a:rPr>
              <a:t>Turbosina</a:t>
            </a:r>
            <a:r>
              <a:rPr sz="1500" b="1" dirty="0">
                <a:solidFill>
                  <a:srgbClr val="691B31"/>
                </a:solidFill>
                <a:latin typeface="Geomanist Bold"/>
              </a:rPr>
              <a:t> M</a:t>
            </a:r>
            <a:r>
              <a:rPr lang="es-MX" sz="1500" b="1" dirty="0" err="1">
                <a:solidFill>
                  <a:srgbClr val="691B31"/>
                </a:solidFill>
                <a:latin typeface="Geomanist Bold"/>
              </a:rPr>
              <a:t>inatitlán</a:t>
            </a:r>
            <a:r>
              <a:rPr sz="1500" b="1" dirty="0">
                <a:solidFill>
                  <a:srgbClr val="691B31"/>
                </a:solidFill>
                <a:latin typeface="Geomanist Bold"/>
              </a:rPr>
              <a:t> </a:t>
            </a:r>
            <a:r>
              <a:rPr sz="1500" b="1" dirty="0" err="1">
                <a:solidFill>
                  <a:srgbClr val="691B31"/>
                </a:solidFill>
                <a:latin typeface="Geomanist Bold"/>
              </a:rPr>
              <a:t>Programa</a:t>
            </a:r>
            <a:r>
              <a:rPr sz="1500" b="1" dirty="0">
                <a:solidFill>
                  <a:srgbClr val="691B31"/>
                </a:solidFill>
                <a:latin typeface="Geomanist Bold"/>
              </a:rPr>
              <a:t>: 0.0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976AC5-7924-B8AC-C30A-70FF156DA121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F6C1CEB-3AC9-D7FD-5522-F5F895CD96D1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F39A53-94C3-F509-B0C6-8362EEF86244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2C2F0D-023D-F3A5-DC55-6F915D51C75A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EC067E23-376D-2504-0311-4555CA090C91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D99C27AD-17F4-0E35-8C07-09D694C893D0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34CD8F22-B904-6999-1F2B-8BABF6188A48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5ABB6E4-20A3-113C-43E8-492565BB9B15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9D63F962-AA13-2757-9D75-8B1CEB7D9542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3730239-B258-C4CF-C85B-6A4DECA4BC12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93AE0996-625A-AB61-2FA0-8C61EA358CE6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4E979E4-C435-D84C-825F-1120F1D170E2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350F1792-3AA2-691C-3E05-B88EA0C0E94D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04C8DF4-872C-B8E3-7014-E2237055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603FF5E6-0B5E-44E3-315A-713DE4381F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9100207"/>
              </p:ext>
            </p:extLst>
          </p:nvPr>
        </p:nvGraphicFramePr>
        <p:xfrm>
          <a:off x="0" y="820340"/>
          <a:ext cx="12192000" cy="4646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B52CA06D-414C-F11D-FF6F-116D11C0A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3C0CF67A-F3F8-B4EC-8142-FBF94D8D9AAC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24948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06DE-B981-7791-9E78-D4D49099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BE5DFF7-3063-3E0C-3B65-3BE65ACE520F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24836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Minatitlán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91E3D7-214F-8621-F723-6F7C9FBB8B2B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75B07D6-D5EC-1E08-7A2B-F9D5B5196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0319557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BBE5A7D3-5EC6-2A51-834B-59D4EFD19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B9B9CA3-19D2-0053-F528-34D600D95536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691932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3383A2-750B-7ECA-2038-280C59B9E4BD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252B506-6C1B-904A-68D1-8F684AFB6A8F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01FA5160-E30D-CB06-2C2E-18B3AB4FBD43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88610E6E-147F-DBD3-9D94-F922C0225257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C3DC824C-ACAA-69EC-B17A-66337FD08936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E264F40-6C32-E8A9-BC4A-C9E4AE3D4AE7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4A898E28-1F44-A065-419D-60A991CF0BF8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79A272DF-95AD-E4FB-2C1D-F6464B9CC839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067854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0AA2-E456-A975-D117-3B26F8351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B6F5A6C-4C76-E5B9-2AC9-5C4FACAB59AF}"/>
              </a:ext>
            </a:extLst>
          </p:cNvPr>
          <p:cNvSpPr/>
          <p:nvPr/>
        </p:nvSpPr>
        <p:spPr>
          <a:xfrm>
            <a:off x="1091380" y="2890684"/>
            <a:ext cx="10009239" cy="1071716"/>
          </a:xfrm>
          <a:prstGeom prst="rect">
            <a:avLst/>
          </a:prstGeom>
          <a:solidFill>
            <a:srgbClr val="EDD899"/>
          </a:solidFill>
          <a:ln>
            <a:solidFill>
              <a:srgbClr val="EDD8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8C147E-FF1D-3333-2E5E-181282B16C12}"/>
              </a:ext>
            </a:extLst>
          </p:cNvPr>
          <p:cNvSpPr txBox="1"/>
          <p:nvPr/>
        </p:nvSpPr>
        <p:spPr>
          <a:xfrm>
            <a:off x="2467897" y="2967335"/>
            <a:ext cx="7207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>
                <a:solidFill>
                  <a:srgbClr val="69193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Refinería Salamanca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90EF7D-52E7-5220-A540-3303AD22C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5320"/>
            <a:ext cx="326061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62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1934-06E6-8BF5-E613-3A06BD01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917D3EA-C594-ACE2-D40B-B351B813933E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25135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Proceso de crudo Salamanca Programa: 150.0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A4B71B-976E-E83A-FBF8-145D40556121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AC3884A-F170-83ED-5B41-5EC08F7DD300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C782FA7-ACAC-0DBD-A70D-B63AF7A9B6FD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32B8437-E0F0-E22D-4C79-4D1444B369AA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BAC62516-406C-5694-EB9A-0B962CB63B58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72F9FD14-5C87-4998-0DBA-1CC89DC1A384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47AB00E4-680C-6CF5-8BCE-D7DBD0CDE6EA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B676A73-9E57-B2E9-C64A-96B1C2AE7AF3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3F873E3E-5545-FDAF-ACDD-6E05E9B59F55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D201B6D-D524-0C11-4F66-34864049640D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B63604E1-EA51-5F93-DF1B-EED072D156E5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17E3A42-7A41-8644-993C-51DEB3D1CAAF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7FBDE297-6D4D-8D9A-FBA4-5EFC65031BC7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084A5920-36B4-0B9E-90BE-3148A63E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41513E3D-2452-D420-4BC1-8EE3D3150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93674"/>
              </p:ext>
            </p:extLst>
          </p:nvPr>
        </p:nvGraphicFramePr>
        <p:xfrm>
          <a:off x="0" y="820340"/>
          <a:ext cx="12192000" cy="4615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6F2E1AF9-EEAA-2F57-A74B-478221EC1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40780BCB-2AFA-8F29-EC9E-CF31AD292D7B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641834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F129-7708-ABB5-19BA-446665F8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6E3FCC3-DFBA-5414-CF29-43B84407A2E0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822252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Gasolinas Salamanca Programa: 58.7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24B0173-F7E9-45BA-CC81-818A8DF69430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D7C1A13-FE97-ECCC-FFD1-0C9ECA727DE5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69EDF28-DA35-0C8E-E518-1EDA74F6F4C3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9D92B9F-34C0-E18E-6218-261E9338CE80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E1273967-91B1-9712-7201-C06C77C6C12C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33579CCD-63C1-EC49-35C6-10360044F5B1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CFECE417-174B-7D88-74D5-4D98EBC6FBBE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318D570-A5A5-590D-A9E6-9B8EDD5907FF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CBFC3DF5-6E9C-FBF4-CA0C-2EE9B21F1C74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6331EE6-0335-EF8C-57A2-F08C8D9AADEA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9F98D8DA-FF77-B4F1-CF65-D0285AC0DB6D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0DC0CB-1746-8BC9-4D1F-8D26865CA9A2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69E5624B-07BB-58AB-F21F-78FCCFF61AD8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9C6914A-266D-978E-7267-2AB2997EC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5C0B7BA7-ADDE-55A8-B402-8359994648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7837537"/>
              </p:ext>
            </p:extLst>
          </p:nvPr>
        </p:nvGraphicFramePr>
        <p:xfrm>
          <a:off x="0" y="899688"/>
          <a:ext cx="12192000" cy="4566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A32604B4-8F9B-05A5-5F4F-5490F0E5C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806FB8DC-F3F9-F2D5-D957-F1D496F5AB66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160462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6C5C-7497-3488-7776-D55D9039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45A26F9-5F3F-7D10-9CA7-99DD541F563D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4478123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Diesel Salamanca Programa: 34.6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8E4377-A411-C14F-7B6C-D1C2715B60E0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20448C-529A-061E-FA86-14A9EA16E40D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43AAF13-18FD-A85C-5948-AF0C9C2B7B42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4C2BA46-CD52-3FBE-92DD-0C0068F77D0E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399629D8-063D-DC15-4548-F233E387EE4A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3BD94A7D-8E13-9CDF-4F25-07BAE3D9F81C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4F126053-A239-709B-A408-5AA256159A0F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61594008-FDE7-0FA4-8D0D-EC89036D27C5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32ACAA42-17FE-1E60-4EB9-1CADFC952077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4FE6AF3-B789-51C8-760C-FF3E0973D7FC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20F83D23-1DEA-B4ED-BECA-A6B2E535C756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44F8A4D-895F-2A74-363A-F8C1F42D392C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3F8F08E4-0A8F-3DB6-8675-A49E1D26F1B8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EB4954C-C3B6-2C66-A453-CBA34551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424027EA-167A-2D42-EE6A-25E5E73014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028271"/>
              </p:ext>
            </p:extLst>
          </p:nvPr>
        </p:nvGraphicFramePr>
        <p:xfrm>
          <a:off x="0" y="820340"/>
          <a:ext cx="12192000" cy="4672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B1F1C167-0EF9-B045-08D1-82C863EC6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9E80B9E8-2433-0A03-ABDE-FD1EA34B1403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0311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E56B-8E04-8A29-ADD2-839C94739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BBD66B8-44B1-2DCB-890F-DF45E2CA493B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Turbosina Salamanca Programa: 7.5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ABC183E-4A2E-200D-5B1F-1B3010E1B653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76D0FC3-B3A4-B6EC-6706-DF71BE669CCD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9EF6141-B250-912D-C0A3-F8E04A83908E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1BEB6CA-AD5C-10FA-4077-62B8F922094D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0260EF32-AA0E-1242-5263-F6C58397AB94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847E5184-F043-857F-11A6-42E71EEB6C61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3CCD9C84-D12F-F6D0-733C-BAF4DB4CAC6D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10650F6-E67E-5CC4-EE4F-9F2C24B28BEB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5744D6E0-5EE2-A12B-AE52-152A0E442187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7054512-4F0B-6471-1C0F-6E472B232E5D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727AC778-BC57-4EA1-1400-40A5F3A28F2D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BCA5CDF-172D-F6EA-1EC9-369C0610D271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5511BE0E-A8E6-2F15-016F-06714A4EFB0C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D18084E-0F64-A844-BC71-3797EC29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BC34B369-ECDA-3E1D-5DDF-6551BECD90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6072466"/>
              </p:ext>
            </p:extLst>
          </p:nvPr>
        </p:nvGraphicFramePr>
        <p:xfrm>
          <a:off x="0" y="899689"/>
          <a:ext cx="12192000" cy="459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1B3C8C8E-D73C-F5FD-C0AC-E316EC7BC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C19566A3-7E49-D6C2-B031-9B84B7D79E7C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3899274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9A375-93BA-A3D0-8439-DF628EEB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E8738B2-3E63-4E50-826B-0A3256ACF508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Combustóleo Salamanca Programa: 33.7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57FA2D-1CC8-3C0F-625D-D5CE4D78232E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D151902-4AEE-69AB-0F4F-A7BF9E8D40FE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759D6B1-A305-4EE9-4910-77293C4593F6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443431-76F4-3094-AB3F-08CD86DAB2CB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FBCF6D74-2E33-23BF-10D4-EE4686AF9681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DDDF8333-72AD-0A74-F68A-DE2FDDAC245E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DD4AC86E-0E2D-A376-5492-97D80B97EFCD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D8B652B-8219-414A-53ED-168F9357D956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A8EF89A2-17C3-8B60-A5E7-25469145A124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8D83BDD-B128-1040-22AD-DF89315E4C0F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EB2385EB-CA9B-013C-57C7-D86637EA5573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A87F77D-8ECA-4C03-9CF6-1AECB7485C49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75FBFE59-CFCC-770F-990C-F1D0191B65AB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A450E95-87A1-E461-4F9E-E426EFEE2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FDEE70BB-CE10-584C-004F-5D421D186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9499832"/>
              </p:ext>
            </p:extLst>
          </p:nvPr>
        </p:nvGraphicFramePr>
        <p:xfrm>
          <a:off x="0" y="956120"/>
          <a:ext cx="12192000" cy="4480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F9A46D64-067C-3AAB-7E0A-EE167F176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CB689211-2B12-E92A-7EA2-2022B0235BBB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979600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A03D-159A-26F9-6622-69361269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21ED2E4-79FB-7657-B92E-53B4878019CC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24836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Salamanca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A9E8923-2A75-77A4-C45D-4C88DF521878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35D5040B-128C-613A-5A55-3889219FE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8437591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34988ABE-0C00-7AC7-93EC-123AD763D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C3D6BB3-11CF-FB04-26BE-4181DBA373A2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245C4F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E615C5-1B03-9B2C-E659-A9A70F486587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69193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AFF7FDA-F060-B6D6-FEAE-610BD7319124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C030B00D-4045-800F-7B49-F2D704AA8859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138B8FA3-D406-E2E4-DF4F-812240AB6F20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7DA0B0FC-B33C-DC79-E895-083B70664CFB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B1D3020-8323-32D3-F3AE-C34CB5582E21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742DFD51-C87C-5BFE-D0E7-5B053006D626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2C5E3672-F456-058E-B50B-F1ED0030770C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669935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AF2D-EC8E-458E-3532-1DF00E82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61F75B-F748-27C9-B0AE-13C6BDFD6202}"/>
              </a:ext>
            </a:extLst>
          </p:cNvPr>
          <p:cNvSpPr/>
          <p:nvPr/>
        </p:nvSpPr>
        <p:spPr>
          <a:xfrm>
            <a:off x="1091380" y="2890684"/>
            <a:ext cx="10009239" cy="1071716"/>
          </a:xfrm>
          <a:prstGeom prst="rect">
            <a:avLst/>
          </a:prstGeom>
          <a:solidFill>
            <a:srgbClr val="EDD899"/>
          </a:solidFill>
          <a:ln>
            <a:solidFill>
              <a:srgbClr val="EDD8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6475CF9-E29B-4437-21C3-0E5ECF2997A1}"/>
              </a:ext>
            </a:extLst>
          </p:cNvPr>
          <p:cNvSpPr txBox="1"/>
          <p:nvPr/>
        </p:nvSpPr>
        <p:spPr>
          <a:xfrm>
            <a:off x="2369574" y="2967335"/>
            <a:ext cx="7354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>
                <a:solidFill>
                  <a:srgbClr val="69193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Refinería Salina Cruz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9AE6D1B-EFCF-C342-5519-D38E04F23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5320"/>
            <a:ext cx="326061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10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5F8F-B70C-B62A-A2EE-1860B1417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5C3EFA3-10E9-3233-14A3-05073980C8DB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25135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Proceso de crudo Salina Cruz Programa: 250.0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7387EF-5F3E-EAE7-E173-EF9003B703D7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163A687-ECAB-8E8F-4850-F80B2FAEB967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325A75D-995E-7155-8EDC-3C76C3A5D94F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3847764-83FC-F5A2-ADFB-9F4D0BB8868F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974FFF04-293D-CA3F-D16B-B31878B4D6C8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585D4EDD-1F56-BA77-126A-42EFDFBB5C5C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F1B2AB99-54F7-3380-7AFD-EA438A5255E9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8863739-6DA8-C4AF-8865-A4D98B424EC4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E6DF00EE-355C-CFD9-F082-3C21B7F64AE9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8536599-BC84-9721-933C-5A7220740FA4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166B72CB-3580-91E2-5D32-A3776D0E7ECE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796DBEC-E1B3-4D6D-4CC4-7702451AFCFC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CF39C80A-182C-3CA7-4E5D-2706FD2B2F4A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50474C3-E7A6-EB4F-4099-AD55344ED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A1BBE1B0-92E7-DA6C-8D8A-FFE543FD3F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7051155"/>
              </p:ext>
            </p:extLst>
          </p:nvPr>
        </p:nvGraphicFramePr>
        <p:xfrm>
          <a:off x="0" y="899689"/>
          <a:ext cx="12192000" cy="4551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9713D7E9-A871-5A41-662E-56A523DED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1CF4E652-89C2-A4E2-3551-CE0DA662E4F9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9031947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E5AB-E3BC-5221-F70A-AC1ABFC79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66D92F9-6697-0065-C2A3-5B1951B063B6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822252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Gasolinas Salina Cruz Programa: 93.0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7ADCB7-2B84-EE65-E234-B9901CBBF0AE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CE57F9-9938-84AE-5A6A-3134ADBE372A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292F665-7866-78F3-4A4B-D28FD24A2656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A220469-0767-BBDC-785F-27CF08EDCFD7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1730A40E-37DB-FDB7-4F49-D9ED226832ED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FB9CF74D-33A3-A755-D77A-52C0A41F84DB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40925776-AEAF-20A1-9E9A-D4941E95322D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71F168-43E7-E7E1-BD57-640B0F702C81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44F0E6CB-CB87-F6E6-45A2-7A3B2507086D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C37C7B4-B04D-0A15-EF20-DB23560007DE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2A6F64E6-F72A-318B-C59B-9EE84B903B32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CE7FE22-EAE0-1301-ECCC-801CA52CE552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12189DDB-26FD-F5BB-7809-4A890557E2B5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FD7B030-C4E2-C1FD-EFD3-029F9190E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A86FE262-594D-0390-BC4E-C68C5CDCD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7159752"/>
              </p:ext>
            </p:extLst>
          </p:nvPr>
        </p:nvGraphicFramePr>
        <p:xfrm>
          <a:off x="0" y="899688"/>
          <a:ext cx="12192000" cy="459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9AE5ECF8-D2FF-D6C5-4CE5-7655C4F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BE62DC96-F8CB-590D-F320-3027B48B6669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3205604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CB59-A14C-9F70-53EE-B79E072C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5A76C50-C60A-4E1C-75D3-B68DE8E2A6D5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4478123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Diesel Salina Cruz Programa: 35.0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6ED3FED-41CD-5884-A7C0-D5028487B278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36BA1F-7ED8-4AA7-E730-4DC2D90742AB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C70D7D1-687A-985A-56FD-1BB98AECFB97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DFCA5FB-51DC-40EE-40C2-055E9D069833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B39DE372-B0F1-D7F5-0949-F9C6B8CD075F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98788FB9-F76D-7006-776A-7EB357063BBA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3DAB844A-8D78-77CB-372D-86BDE1D7AE36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8923FC3-5032-6B73-DFC8-8C7DDA78A10A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118DE984-3365-F87E-E798-F7E0FDDAFEF0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3AD4CD1-F84B-8734-C163-A5FA7AC38E47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8F4EE07A-2E77-1661-5C9C-112522E1888F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5B72171-596E-1C01-BA20-3FD40125F461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6692443A-4DA9-6750-9D0D-843ADECC2F15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1E4FF3-784D-71CB-AEB6-B52089A5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DBCF4002-AB26-272E-E539-4CB11C9437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04902"/>
              </p:ext>
            </p:extLst>
          </p:nvPr>
        </p:nvGraphicFramePr>
        <p:xfrm>
          <a:off x="0" y="899688"/>
          <a:ext cx="12192000" cy="4566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9D26AC15-A997-20E1-133C-B7EB8CCE2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1C46575B-4DE9-86AD-33F8-7020A8D2D80D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30071270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E37F7-1192-7DB4-B736-A5A0978E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221EE1E-B217-108C-D64B-388E1CB7EDFD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Turbosina Salina Cruz Programa: 14.3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4B66B-5077-EA88-EB06-B16A7C29FB7C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480A12-2439-C911-22DB-89B84E00439C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9A6629-51FA-C619-881E-57C5B0B8053D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394E7BD-3B70-EB5D-F3B0-49948C371DD5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7B263B57-8852-D190-5AF5-C4B664ADA7DB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1B6450D0-EA3A-49E9-199E-61D1BB333A89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1E4E4664-F70D-A03D-2C3A-A62E27E266DA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BE2FB14-1B94-870B-2BB6-916177B5F63F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614194FF-F6A7-AD57-7E52-7FC4B15DCFD4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927AA7F-EA0F-528F-8425-9130F1C41DDF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40E0A6F3-A1D1-C1FA-ED21-517454F6FF68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5F2CE84-73FB-AB84-28DB-E5940B180F86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906B38C3-C3ED-08DD-D4B8-31B9E53E9160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5AC5AD0-4545-4CF6-64A9-B13E29ABF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D73526C2-7D4A-DF17-0455-58E2078E5F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0611098"/>
              </p:ext>
            </p:extLst>
          </p:nvPr>
        </p:nvGraphicFramePr>
        <p:xfrm>
          <a:off x="0" y="949650"/>
          <a:ext cx="12192000" cy="4486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0B5E41E6-AE54-AD6F-6B06-9602E1021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572C7EDB-548C-A9C3-A8C2-40C995913B82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247063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B289-8462-EC09-BF58-8A05099C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7A807F4-0EBC-B9F3-827E-16DEE5EB678F}"/>
              </a:ext>
            </a:extLst>
          </p:cNvPr>
          <p:cNvSpPr txBox="1">
            <a:spLocks noChangeArrowheads="1"/>
          </p:cNvSpPr>
          <p:nvPr/>
        </p:nvSpPr>
        <p:spPr>
          <a:xfrm>
            <a:off x="74211" y="140694"/>
            <a:ext cx="5222895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Combustóleo Salina Cruz Programa: 100.5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960C9D-8CDA-54D2-0397-DE1C0E462AC7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81A7907-035E-DF6F-CF48-D35DFD161CDD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8A4A9F-B97B-CDC9-BEF8-CE0FEEEA939A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37B44FA-04A2-C361-6B08-835847AAC32E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9E125BD4-0423-197D-DD43-EB2B8E3BB1DD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F9A36320-535D-6236-A589-3DBEF6817BF1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773B8CBA-D4CC-3F17-1856-EF055CEE5A56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37B0DDA-D13E-10FE-31A7-6F029EE594A6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503C64A9-E081-C72D-B16A-FEFEFD54167A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54699B0-FA31-4D6C-8645-A11ED1B22A4E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70ABCB24-5A45-6801-D4AE-5618A42BBDF4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AD6C603-076E-30A7-E14D-4244A213B641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323D56A7-EA3D-CD2D-081A-9F1D2AB6E417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C92D5F2-491E-B75B-CAD6-E7F6738A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D52A2CCE-7ADE-C277-264E-4E262ABA7D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950795"/>
              </p:ext>
            </p:extLst>
          </p:nvPr>
        </p:nvGraphicFramePr>
        <p:xfrm>
          <a:off x="0" y="899689"/>
          <a:ext cx="12192000" cy="4536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95713D26-69CF-15EC-CED8-388859F2C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7BEBDFEA-1B3D-28A9-3F16-9523EBD0C958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6062021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C665-F6E8-98E9-E8E3-205515C1A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55794CA-1852-60AE-3B5E-D01345A89BBB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24836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Salina Cruz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B50CCC2-D996-3774-C493-58E9323FDF9A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A802F1B-417A-C430-713B-30151ABBE2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385768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CA4B8211-3745-FB91-02CE-EE87E3C8F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B90F974-353A-F386-3A15-49E0F806DB56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245C4F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1768087-C4C9-AE6E-B49E-8E31933A42B6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69193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CFCEFB-9023-B0FB-4C33-FCE943B2D74F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098180F6-3B52-9A70-9141-248FB9563F9A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17655738-4984-6FD4-D936-850326140170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72D2F0CE-2FC2-EEFD-E924-14FB7C770C26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EE0820A-8F8B-53A3-3EC5-05C59DA5ED1A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07862B2E-2448-0611-CAD7-D6ECDF47B407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515F7CA0-20EB-C5ED-BFE4-4999C13FBD5F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6455343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0E1A-3216-AD7D-BB85-BAE91A46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2EB25D9-C586-AD4C-A8A0-40E208935FD9}"/>
              </a:ext>
            </a:extLst>
          </p:cNvPr>
          <p:cNvSpPr/>
          <p:nvPr/>
        </p:nvSpPr>
        <p:spPr>
          <a:xfrm>
            <a:off x="1091380" y="2890684"/>
            <a:ext cx="10009239" cy="1071716"/>
          </a:xfrm>
          <a:prstGeom prst="rect">
            <a:avLst/>
          </a:prstGeom>
          <a:solidFill>
            <a:srgbClr val="EDD899"/>
          </a:solidFill>
          <a:ln>
            <a:solidFill>
              <a:srgbClr val="EDD8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A125244-927A-DA55-2C9D-BD224B8BFCEE}"/>
              </a:ext>
            </a:extLst>
          </p:cNvPr>
          <p:cNvSpPr txBox="1"/>
          <p:nvPr/>
        </p:nvSpPr>
        <p:spPr>
          <a:xfrm>
            <a:off x="3578942" y="2967335"/>
            <a:ext cx="5034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>
                <a:solidFill>
                  <a:srgbClr val="69193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Refinería Tula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4D5E20-CD13-123E-DE7E-C51521468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5320"/>
            <a:ext cx="326061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403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8356A-EA63-6981-EB11-F2803509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FF438BD-3434-D0B5-9400-6B4E04722805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3802843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Proceso de crudo Tula Programa: 166.0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4F8C2F3-CADA-BB13-3B96-D40A185DF3A5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7CC2DA6-7F9A-51D6-4EF2-E160EAA608F5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BC78AF2-115B-8ED9-8AA5-80361B1ADEC5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F42CC8-BA59-99F3-8E55-455885F68BB1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5CDE859F-20AF-468B-0C98-6E9706FF706C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DB25426C-62F7-CE8C-E3A4-6AC8A53791B1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3639EAE6-426B-BE74-0067-2F8590601726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5BAF411-337E-C47E-8FCB-2CF5FEC6B4C5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C8F4245B-FEA9-2F6B-C15A-EBE9E2A94E42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60B9A7D-2009-0767-D2A8-D6042056939B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6E8BF4CF-ED2A-A622-F3F8-DAFE84CF4549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9600F49-C55B-ABCD-B1CE-03E66BCFFD71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E6D9D161-7B0D-7AB7-0159-369F974C3006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2BBCCCA-47B1-9D83-2DDB-94B8BBA9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05495671-BB9E-5199-96BF-2EB408DFB2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209343"/>
              </p:ext>
            </p:extLst>
          </p:nvPr>
        </p:nvGraphicFramePr>
        <p:xfrm>
          <a:off x="0" y="899689"/>
          <a:ext cx="12192000" cy="4566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4644E6F6-A9AB-2E85-47C7-325CEE85B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B2AC2D6F-B1E0-CE5D-574B-05C08C9A25BB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563283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A0781-888E-4DFE-A01E-A886F3B7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02A8DD2-B2AE-1900-B999-A9466285ED28}"/>
              </a:ext>
            </a:extLst>
          </p:cNvPr>
          <p:cNvSpPr txBox="1">
            <a:spLocks noChangeArrowheads="1"/>
          </p:cNvSpPr>
          <p:nvPr/>
        </p:nvSpPr>
        <p:spPr>
          <a:xfrm>
            <a:off x="74213" y="140694"/>
            <a:ext cx="425135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Gasolinas Tula Programa: 78.0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DD9DA3-EA0F-6B23-570D-7E7B426EB639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C0B4245-4856-CDBB-D134-9C7375D8C4B4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FA9B9E9-5E6F-DA7D-76F3-AC5CDF55651D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0321AD4-8D65-FEE5-4E17-73E878760F49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3BDBCA99-414A-4254-4B22-10B6D0397465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96B6BB6B-860B-1201-5CBD-840EB6A37E00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AA5E0CC6-D8E2-0214-0B9E-99E4A7F564B9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D2C972C-A442-0BFD-C1E7-6F4AD9221034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72EF60F3-E684-0A74-3082-10667AB319F4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B436546-108A-2B89-A780-A1672F26D47C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4DB7E147-D91B-458F-E878-AD962481EEBC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F59C8CA-B252-B8B6-C32B-3E9DA20CEFC0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8610DD33-A34B-5994-2ABC-A1DBCBD6E352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D625BF6-67E6-3463-A572-AEB57B9C3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E7B4A2E5-4B99-AC23-61C6-379CD68817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57852"/>
              </p:ext>
            </p:extLst>
          </p:nvPr>
        </p:nvGraphicFramePr>
        <p:xfrm>
          <a:off x="0" y="838795"/>
          <a:ext cx="12192000" cy="4597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4AC1AF96-5678-6AE1-5E53-1E1BF71FF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3636FAB8-4424-C00A-19D1-5329FD54210B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39062898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6A51-1E53-5327-F0C8-649D8215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3DF7876-BC76-344B-FEEF-EBDE85DE60AC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4478123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Diesel Tula Programa: 32.0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19B3A1-5D03-A160-EF9A-21A9A8B87368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AFC8718-3275-6214-7E82-080759A570FF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A457412-F397-7330-F10C-2F991734D935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98D7838-6F33-6B9C-CC9C-7C63A17179DC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02376ECE-FBE9-9629-D789-BA54BA62E801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B07C3DCC-1312-275D-F111-47060B57164A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6D69FB0C-4A0F-9FB0-C6FF-54B2171F1462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07285F-E4CA-7786-5EEE-876F2B10A726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E54F907E-F7E3-4C28-4225-1AC3B2607A9A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73B6927-4B3E-1C32-7A79-E44AE9C581C4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5154694C-4748-08F8-2ADA-C0D28450D6C9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9E66EDB-2C40-646C-9186-F715E3A40654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A6763F08-DCEF-3C81-97E8-427C1BC83348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07A3813E-D19F-01B8-17FF-8729C25D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3C999AA6-F2DF-ADDD-B8DA-BD24C18849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441465"/>
              </p:ext>
            </p:extLst>
          </p:nvPr>
        </p:nvGraphicFramePr>
        <p:xfrm>
          <a:off x="0" y="899689"/>
          <a:ext cx="12192000" cy="4536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FDFC3883-4143-EF6D-1C23-DB6E17BF1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8DC46218-6168-6781-F8DD-DB745D59C75E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36651400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CAC7E-034F-D187-4D6A-1CCF8862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989515C-235F-050A-2612-494E4620A5A9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Turbosina Tula Programa: 15.0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CD7AA0-0CA3-A6A3-09E4-85FE77371331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B4BEB44-981F-8E30-0AB2-E8E85A43021B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F3CF9CF-B159-5023-874E-1EB0923C4E87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1FE8BAF-7EDC-D7BE-491A-6C266D55E9F4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1184EF39-36DA-D98F-EF86-F5AD3F647136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AC7E23D7-4D95-C6E8-F21A-C6802E19483D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C775A634-70FA-5845-F469-748B86C81EB6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0E6CEEA-B453-DF98-BFE0-3E70D20A2FA5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8AD2F77E-CB81-8FDB-D138-B3330A2B0276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4AC6C51-121D-0045-ABE5-51ADB7A2F12E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6DF69BE3-64C8-4FCA-62B0-3E6AFE1E83A5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5B72CFA-3734-1ED7-4443-4809C6551588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A823F823-85D0-E316-FFB1-8E025827765C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A47DD92-561B-812D-F3D3-5D1EA5190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4" name="31 Gráfico">
            <a:extLst>
              <a:ext uri="{FF2B5EF4-FFF2-40B4-BE49-F238E27FC236}">
                <a16:creationId xmlns:a16="http://schemas.microsoft.com/office/drawing/2014/main" id="{A8E90398-26CC-7BE7-B223-141DFAD83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165316"/>
              </p:ext>
            </p:extLst>
          </p:nvPr>
        </p:nvGraphicFramePr>
        <p:xfrm>
          <a:off x="-2830" y="899689"/>
          <a:ext cx="12194829" cy="4536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9434FE6A-E703-DB57-7424-9A9F79F38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4BCF495B-D887-D07E-6CA1-B4E1F43F48A1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8821778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97C31-9F75-4DD0-B271-77DAF0CD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C849245-7AAE-F923-4C5E-66433D55C4B4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501889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Combustóleo Tula Programa: 13.0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5AE9279-103C-B812-F5CD-C4A848E7D031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F07714-56DB-51CE-4C69-354BED5426AB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78E27D-4320-9E8A-0B11-7A9D06C174AB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82EBB99-540F-C829-872E-073B37583FB1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EFE14118-7E81-ACAC-315A-FD68614A2626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55BD96F6-1CD8-1281-1C04-EEA9A01EDED0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0A97DDE3-F7B0-A495-584E-06B1C2EC587F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F58410A-47E3-8F11-DB7D-03A88CA564C3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5E8E473F-6558-54FA-4DCB-8713A564D19D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B10485C-BAFB-5D10-B4A2-63E16BF447C1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511298AA-A4DE-D78D-6B90-0DEA069BF483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8967BC1-E3F3-5A1D-AE9C-ADEDF605A889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113E413F-6182-389B-4208-155239CB4641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BB52635-841A-05D8-E9BD-E9E363FEE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C14255D4-4813-CE61-C0E4-1C055F1CFE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1416364"/>
              </p:ext>
            </p:extLst>
          </p:nvPr>
        </p:nvGraphicFramePr>
        <p:xfrm>
          <a:off x="-6409" y="820340"/>
          <a:ext cx="12192000" cy="4682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B64D49BB-44D2-EEBF-8EB8-866D03040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269B9924-630E-70AF-7B8B-A304C158583F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13105151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DD9E-3E21-ADB4-0FAC-5A2D4A2B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973E5F4-B96E-1848-B658-35C277EF8D84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24836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Tula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8F326F3-C0F4-6A8B-1BB7-E4B4EF26543A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67BC5DE5-21CF-C911-F45E-7A7FEC8678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0809743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9EF8F6BE-262C-CE59-2935-E31530C65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648E081-022E-341C-5C45-FAF5892E961C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245C4F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691DD54-D5DD-8C74-A560-D5FA65B3F628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69193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64168A3-32DA-3027-49AF-AB1E3B111453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1383BD34-DB8A-E7BA-33A6-26474CA57D12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7BB1955D-8D94-BC74-3B38-02DF5B1241F7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6A3640FA-E514-1925-6800-BC565EA94527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84B6ADB-51B4-612D-23E8-6211F133299F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B0B552A3-6B49-8D50-1B03-E2ED2E733A8B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CDE7C184-79B8-D3C0-4AA7-F81412207801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6020734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95CC-230C-E32A-D337-041B43F0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37497EF-E97D-75C3-134F-4A0B56BF0C53}"/>
              </a:ext>
            </a:extLst>
          </p:cNvPr>
          <p:cNvSpPr/>
          <p:nvPr/>
        </p:nvSpPr>
        <p:spPr>
          <a:xfrm>
            <a:off x="1091380" y="2890684"/>
            <a:ext cx="10009239" cy="1071716"/>
          </a:xfrm>
          <a:prstGeom prst="rect">
            <a:avLst/>
          </a:prstGeom>
          <a:solidFill>
            <a:srgbClr val="EDD899"/>
          </a:solidFill>
          <a:ln>
            <a:solidFill>
              <a:srgbClr val="EDD8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6A4C402-0065-3BD2-3ED8-AF87393D88D9}"/>
              </a:ext>
            </a:extLst>
          </p:cNvPr>
          <p:cNvSpPr txBox="1"/>
          <p:nvPr/>
        </p:nvSpPr>
        <p:spPr>
          <a:xfrm>
            <a:off x="2890683" y="2967335"/>
            <a:ext cx="6164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>
                <a:solidFill>
                  <a:srgbClr val="69193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Refinería Olmeca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E1111EB-50D8-D49E-7A5E-BB7FA88DC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5320"/>
            <a:ext cx="326061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671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88BB3-F283-12E4-868B-287851AF5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ECE34FD-7C6F-D843-183D-F3752A599D73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3969975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Proceso de crudo Olmeca Programa: 265.0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9763F16-6E92-9D9F-7579-877764F72A17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28F4474-34DF-E180-C510-0CF7F1E11600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1AF6D7-A2CB-E63B-3C69-9DBE41F01214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71CFA30-7647-3280-85C6-030FD9522507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8FF94F58-728D-424D-FA74-57837BE83E3F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2A351D71-BB90-CA5F-A597-F9CD11101F5E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07948E4F-7078-0B70-F1D2-5641402DD654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1B9C79A-9CE1-8558-1348-BE88B0E52C36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2C7D9620-F266-FF58-C0C0-9C14B216CC70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6E1DE12-DCFD-432B-679E-D7B3C5F34D9F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5973A4B8-F9CB-B27B-A42C-075B57494D70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373FDDE-1996-A816-5F29-73CAA59113E2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DEFEB6BC-529A-CD4C-4AFF-D838E1C70ADE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AEC34E4-3CEB-EDEF-8F88-797842B2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06EB95DB-CB98-C709-0559-5874A9C262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780338"/>
              </p:ext>
            </p:extLst>
          </p:nvPr>
        </p:nvGraphicFramePr>
        <p:xfrm>
          <a:off x="0" y="820339"/>
          <a:ext cx="12192000" cy="4851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6E8B0E19-58B4-8B73-83EA-9067D9207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3C93B1ED-9EC9-2BA2-ABD6-46F0D447EA0A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1829507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17C2-0FEA-8D91-9445-E694EB8D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0D457E2-2F76-4015-E31B-AF3B462ED29B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4586277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Gasolinas Olmeca Programa: 116.2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7B927A6-5639-FF8C-9698-B280D7D5DC45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212A7FB-DABA-7EF1-D037-0E418302634D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F047BD2-2FCA-0344-2440-7459A651242E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ED91184-8B8D-61C8-A843-8EBC2AC1FCBD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2E9ACDE6-573D-E4F8-044D-1758AB85FB21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DBE542D9-137B-2F98-F9DF-4A7317F4AE8A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3A61F182-8732-5094-D579-89EA1B8B1E05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DFBD531-8B19-AF1B-3529-ADC49E66460B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7D7F6B66-38AA-D76C-5030-A1E3A5970E2E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D7AC398-65A3-28AB-BC0B-F445DA4562A5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CEB8B1AE-AF4E-02E4-F0C8-0AD531089D7E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63CFE42-DA10-51CD-F770-7ECD82F9FBFF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2E23BFD9-84F7-7AEB-BE6B-296179932F9D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7A304C-801E-8484-12E3-3FC386F28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6" name="31 Gráfico">
            <a:extLst>
              <a:ext uri="{FF2B5EF4-FFF2-40B4-BE49-F238E27FC236}">
                <a16:creationId xmlns:a16="http://schemas.microsoft.com/office/drawing/2014/main" id="{4C7B579B-4A3E-F155-8A84-5AFCDEACD4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9521711"/>
              </p:ext>
            </p:extLst>
          </p:nvPr>
        </p:nvGraphicFramePr>
        <p:xfrm>
          <a:off x="0" y="899688"/>
          <a:ext cx="12192000" cy="459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AA803746-FEE7-22A6-AFC1-B01C20B9F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A07D13AD-0F93-DB32-902C-BFBA9FD4419C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4280234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D9E57-F2AF-0E5B-7410-4C5AFE55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AA8E8EE-5857-D0EF-A18B-65037EBE0DB7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4478123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500" b="1">
                <a:solidFill>
                  <a:srgbClr val="691B31"/>
                </a:solidFill>
                <a:latin typeface="Geomanist Bold"/>
              </a:rPr>
              <a:t>Producción de Diesel Olmeca Programa: 110.2 Mbd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4E3266-EA18-E1BB-7CCD-E205F2619B35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9FD14A-28E4-294D-E0C7-0B985469A43A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2CC70E8-D8CC-4E01-DE13-7A04043024F6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6782E53-9C99-2B54-53CB-82EF1E8D9DE7}"/>
              </a:ext>
            </a:extLst>
          </p:cNvPr>
          <p:cNvSpPr/>
          <p:nvPr/>
        </p:nvSpPr>
        <p:spPr>
          <a:xfrm>
            <a:off x="4150335" y="5728844"/>
            <a:ext cx="246927" cy="123075"/>
          </a:xfrm>
          <a:prstGeom prst="rect">
            <a:avLst/>
          </a:prstGeom>
          <a:solidFill>
            <a:srgbClr val="6E152E"/>
          </a:solidFill>
          <a:ln>
            <a:solidFill>
              <a:srgbClr val="6E15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13" name="53 CuadroTexto">
            <a:extLst>
              <a:ext uri="{FF2B5EF4-FFF2-40B4-BE49-F238E27FC236}">
                <a16:creationId xmlns:a16="http://schemas.microsoft.com/office/drawing/2014/main" id="{F66DA99A-E01B-1408-540C-3C8D512162D0}"/>
              </a:ext>
            </a:extLst>
          </p:cNvPr>
          <p:cNvSpPr txBox="1"/>
          <p:nvPr/>
        </p:nvSpPr>
        <p:spPr>
          <a:xfrm>
            <a:off x="2157270" y="567751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Anuales</a:t>
            </a:r>
          </a:p>
        </p:txBody>
      </p:sp>
      <p:sp>
        <p:nvSpPr>
          <p:cNvPr id="14" name="53 CuadroTexto">
            <a:extLst>
              <a:ext uri="{FF2B5EF4-FFF2-40B4-BE49-F238E27FC236}">
                <a16:creationId xmlns:a16="http://schemas.microsoft.com/office/drawing/2014/main" id="{BED5B445-52A5-57D3-0A44-76E363B444CC}"/>
              </a:ext>
            </a:extLst>
          </p:cNvPr>
          <p:cNvSpPr txBox="1"/>
          <p:nvPr/>
        </p:nvSpPr>
        <p:spPr>
          <a:xfrm>
            <a:off x="3130155" y="5677518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Meses previos</a:t>
            </a:r>
          </a:p>
        </p:txBody>
      </p:sp>
      <p:sp>
        <p:nvSpPr>
          <p:cNvPr id="15" name="53 CuadroTexto">
            <a:extLst>
              <a:ext uri="{FF2B5EF4-FFF2-40B4-BE49-F238E27FC236}">
                <a16:creationId xmlns:a16="http://schemas.microsoft.com/office/drawing/2014/main" id="{3A0E962D-3192-B8E8-BC3F-452BC2F01409}"/>
              </a:ext>
            </a:extLst>
          </p:cNvPr>
          <p:cNvSpPr txBox="1"/>
          <p:nvPr/>
        </p:nvSpPr>
        <p:spPr>
          <a:xfrm>
            <a:off x="4325567" y="5677518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Mes en curso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6872C36-C139-22D8-22EF-06CD5C49E852}"/>
              </a:ext>
            </a:extLst>
          </p:cNvPr>
          <p:cNvCxnSpPr>
            <a:cxnSpLocks/>
          </p:cNvCxnSpPr>
          <p:nvPr/>
        </p:nvCxnSpPr>
        <p:spPr>
          <a:xfrm flipV="1">
            <a:off x="5297107" y="5790213"/>
            <a:ext cx="410837" cy="0"/>
          </a:xfrm>
          <a:prstGeom prst="line">
            <a:avLst/>
          </a:prstGeom>
          <a:ln w="28575">
            <a:solidFill>
              <a:srgbClr val="C092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53 CuadroTexto">
            <a:extLst>
              <a:ext uri="{FF2B5EF4-FFF2-40B4-BE49-F238E27FC236}">
                <a16:creationId xmlns:a16="http://schemas.microsoft.com/office/drawing/2014/main" id="{B7FC6DA6-0C46-5A29-F9E1-BF156ACC9EEB}"/>
              </a:ext>
            </a:extLst>
          </p:cNvPr>
          <p:cNvSpPr txBox="1"/>
          <p:nvPr/>
        </p:nvSpPr>
        <p:spPr>
          <a:xfrm>
            <a:off x="5670887" y="5671907"/>
            <a:ext cx="418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CMP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3A198F2-BBF7-ACCA-D89E-B6465BA26247}"/>
              </a:ext>
            </a:extLst>
          </p:cNvPr>
          <p:cNvCxnSpPr>
            <a:cxnSpLocks/>
          </p:cNvCxnSpPr>
          <p:nvPr/>
        </p:nvCxnSpPr>
        <p:spPr>
          <a:xfrm>
            <a:off x="7241996" y="5814699"/>
            <a:ext cx="445312" cy="0"/>
          </a:xfrm>
          <a:prstGeom prst="line">
            <a:avLst/>
          </a:prstGeom>
          <a:ln w="28575">
            <a:solidFill>
              <a:srgbClr val="691B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3 CuadroTexto">
            <a:extLst>
              <a:ext uri="{FF2B5EF4-FFF2-40B4-BE49-F238E27FC236}">
                <a16:creationId xmlns:a16="http://schemas.microsoft.com/office/drawing/2014/main" id="{DFF13026-05A8-89E4-A055-EAF3DFF899CF}"/>
              </a:ext>
            </a:extLst>
          </p:cNvPr>
          <p:cNvSpPr txBox="1"/>
          <p:nvPr/>
        </p:nvSpPr>
        <p:spPr>
          <a:xfrm>
            <a:off x="7675034" y="570200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Real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AB4078D-D97E-86DC-74EE-831BD75C009F}"/>
              </a:ext>
            </a:extLst>
          </p:cNvPr>
          <p:cNvCxnSpPr>
            <a:cxnSpLocks/>
          </p:cNvCxnSpPr>
          <p:nvPr/>
        </p:nvCxnSpPr>
        <p:spPr>
          <a:xfrm>
            <a:off x="6194333" y="5805938"/>
            <a:ext cx="445312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3 CuadroTexto">
            <a:extLst>
              <a:ext uri="{FF2B5EF4-FFF2-40B4-BE49-F238E27FC236}">
                <a16:creationId xmlns:a16="http://schemas.microsoft.com/office/drawing/2014/main" id="{7294D9A2-BED0-BAB6-CA02-FFD48D8868BA}"/>
              </a:ext>
            </a:extLst>
          </p:cNvPr>
          <p:cNvSpPr txBox="1"/>
          <p:nvPr/>
        </p:nvSpPr>
        <p:spPr>
          <a:xfrm>
            <a:off x="6627371" y="5693243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endParaRPr lang="es-MX" sz="900">
              <a:solidFill>
                <a:prstClr val="black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8E4B44E-AD86-A573-42C8-FF3E1BDC9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610" y="50232"/>
            <a:ext cx="3497399" cy="686349"/>
          </a:xfrm>
          <a:prstGeom prst="rect">
            <a:avLst/>
          </a:prstGeom>
        </p:spPr>
      </p:pic>
      <p:graphicFrame>
        <p:nvGraphicFramePr>
          <p:cNvPr id="5" name="31 Gráfico">
            <a:extLst>
              <a:ext uri="{FF2B5EF4-FFF2-40B4-BE49-F238E27FC236}">
                <a16:creationId xmlns:a16="http://schemas.microsoft.com/office/drawing/2014/main" id="{988B81A3-26A4-19B5-D619-C047C8C061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0006238"/>
              </p:ext>
            </p:extLst>
          </p:nvPr>
        </p:nvGraphicFramePr>
        <p:xfrm>
          <a:off x="0" y="899688"/>
          <a:ext cx="12192000" cy="459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88073588-0CD3-5F03-77B5-496553B2B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53 CuadroTexto">
            <a:extLst>
              <a:ext uri="{FF2B5EF4-FFF2-40B4-BE49-F238E27FC236}">
                <a16:creationId xmlns:a16="http://schemas.microsoft.com/office/drawing/2014/main" id="{A4FE98B3-588B-79B3-3C50-DD86CC531923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2445890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AC2B1-87E7-7B36-6F71-8B4FC769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5DC4DAE-C5C6-98D9-A265-8BB001C6F72C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248364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Olmeca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21B64AF-04BD-815C-EBD4-539E2F1E60DC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AC6D8885-6E44-A665-3DAC-73FD1DFEA4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718805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81A9F0A3-88CE-9439-9AA8-1A8A82B30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29B4730-4D87-0B4D-60B7-B68ED4983E35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691932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A3941BB-421B-3665-6D34-0C2F6E8C19F1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DA4CF7-0B9B-402D-1220-FF4674F60115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5F9C7319-350D-E1A9-0BA4-337C34089FA7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5AF56AAD-66D4-E9BE-91AB-48AF3A77CE18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E02144D6-D127-A587-A17A-0DB00C5EDB90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7AE732A-F794-9B5A-2FD6-3EC8CB1C4BAD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663CD8B4-C0E5-EB10-9DA7-AE7B7407E069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FF17F995-7B75-0322-9FEE-004B2DDE7779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9731270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A8E90-5035-2841-AFFA-104FBD48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846A654-1DD7-ED01-41D8-6F0BEBCDF094}"/>
              </a:ext>
            </a:extLst>
          </p:cNvPr>
          <p:cNvSpPr txBox="1">
            <a:spLocks noChangeArrowheads="1"/>
          </p:cNvSpPr>
          <p:nvPr/>
        </p:nvSpPr>
        <p:spPr>
          <a:xfrm>
            <a:off x="74212" y="140694"/>
            <a:ext cx="2623268" cy="353766"/>
          </a:xfrm>
          <a:prstGeom prst="rect">
            <a:avLst/>
          </a:prstGeom>
          <a:solidFill>
            <a:srgbClr val="E8DEC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b="1" kern="0">
                <a:solidFill>
                  <a:srgbClr val="691B31"/>
                </a:solidFill>
                <a:latin typeface="Geomanist Bold" panose="02000503000000020004" pitchFamily="50" charset="0"/>
                <a:ea typeface="+mn-ea"/>
                <a:cs typeface="Arial" pitchFamily="34" charset="0"/>
              </a:rPr>
              <a:t>Rendimientos Refinerías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C2B0BD-884C-5D79-C210-F4D7A0188EFC}"/>
              </a:ext>
            </a:extLst>
          </p:cNvPr>
          <p:cNvSpPr/>
          <p:nvPr/>
        </p:nvSpPr>
        <p:spPr>
          <a:xfrm>
            <a:off x="0" y="466574"/>
            <a:ext cx="21852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1050" dirty="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Periodo de corte: 19 de Agosto 2026</a:t>
            </a:r>
            <a:endParaRPr lang="es-MX" sz="1050" kern="0" dirty="0">
              <a:solidFill>
                <a:srgbClr val="691B31"/>
              </a:solidFill>
              <a:latin typeface="Geomanist" panose="02000503000000020004" pitchFamily="50" charset="0"/>
              <a:cs typeface="Arial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19ADC79D-D2B3-B997-F8AB-B8FC71EC67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825766"/>
              </p:ext>
            </p:extLst>
          </p:nvPr>
        </p:nvGraphicFramePr>
        <p:xfrm>
          <a:off x="0" y="952900"/>
          <a:ext cx="12192000" cy="451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4DCA0EDD-C919-20FD-CB91-E0ACD3890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2" y="5690045"/>
            <a:ext cx="1722095" cy="979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290E01C-674A-2312-9B76-8DD09D74E5EE}"/>
              </a:ext>
            </a:extLst>
          </p:cNvPr>
          <p:cNvSpPr/>
          <p:nvPr/>
        </p:nvSpPr>
        <p:spPr>
          <a:xfrm>
            <a:off x="1940062" y="5728844"/>
            <a:ext cx="246927" cy="123075"/>
          </a:xfrm>
          <a:prstGeom prst="rect">
            <a:avLst/>
          </a:prstGeom>
          <a:solidFill>
            <a:srgbClr val="691932"/>
          </a:solidFill>
          <a:ln>
            <a:solidFill>
              <a:srgbClr val="691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787C384-05C4-9C8D-4FB2-BB9A799AD670}"/>
              </a:ext>
            </a:extLst>
          </p:cNvPr>
          <p:cNvSpPr/>
          <p:nvPr/>
        </p:nvSpPr>
        <p:spPr>
          <a:xfrm>
            <a:off x="2936126" y="5728844"/>
            <a:ext cx="246927" cy="123075"/>
          </a:xfrm>
          <a:prstGeom prst="rect">
            <a:avLst/>
          </a:prstGeom>
          <a:solidFill>
            <a:srgbClr val="24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highlight>
                <a:srgbClr val="245C4F"/>
              </a:highlight>
              <a:latin typeface="Montserrat" panose="000005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DDB7E5-6EDE-3575-204F-CDFF5301172E}"/>
              </a:ext>
            </a:extLst>
          </p:cNvPr>
          <p:cNvSpPr/>
          <p:nvPr/>
        </p:nvSpPr>
        <p:spPr>
          <a:xfrm>
            <a:off x="3725467" y="5728844"/>
            <a:ext cx="246927" cy="123075"/>
          </a:xfrm>
          <a:prstGeom prst="rect">
            <a:avLst/>
          </a:prstGeom>
          <a:solidFill>
            <a:srgbClr val="B7903D"/>
          </a:solidFill>
          <a:ln>
            <a:solidFill>
              <a:srgbClr val="B79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Montserrat" panose="00000500000000000000" pitchFamily="50" charset="0"/>
            </a:endParaRPr>
          </a:p>
        </p:txBody>
      </p:sp>
      <p:sp>
        <p:nvSpPr>
          <p:cNvPr id="9" name="53 CuadroTexto">
            <a:extLst>
              <a:ext uri="{FF2B5EF4-FFF2-40B4-BE49-F238E27FC236}">
                <a16:creationId xmlns:a16="http://schemas.microsoft.com/office/drawing/2014/main" id="{E17C5B41-868D-BFA7-E931-17A8A129D22B}"/>
              </a:ext>
            </a:extLst>
          </p:cNvPr>
          <p:cNvSpPr txBox="1"/>
          <p:nvPr/>
        </p:nvSpPr>
        <p:spPr>
          <a:xfrm>
            <a:off x="2157270" y="567751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Gasolinas</a:t>
            </a:r>
          </a:p>
        </p:txBody>
      </p:sp>
      <p:sp>
        <p:nvSpPr>
          <p:cNvPr id="10" name="53 CuadroTexto">
            <a:extLst>
              <a:ext uri="{FF2B5EF4-FFF2-40B4-BE49-F238E27FC236}">
                <a16:creationId xmlns:a16="http://schemas.microsoft.com/office/drawing/2014/main" id="{8015D78F-CA89-EF4E-0C50-596F26A3B0C2}"/>
              </a:ext>
            </a:extLst>
          </p:cNvPr>
          <p:cNvSpPr txBox="1"/>
          <p:nvPr/>
        </p:nvSpPr>
        <p:spPr>
          <a:xfrm>
            <a:off x="3148627" y="5677518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Diesel</a:t>
            </a:r>
          </a:p>
        </p:txBody>
      </p:sp>
      <p:sp>
        <p:nvSpPr>
          <p:cNvPr id="11" name="53 CuadroTexto">
            <a:extLst>
              <a:ext uri="{FF2B5EF4-FFF2-40B4-BE49-F238E27FC236}">
                <a16:creationId xmlns:a16="http://schemas.microsoft.com/office/drawing/2014/main" id="{94C1C921-D56F-B248-8A87-400887900839}"/>
              </a:ext>
            </a:extLst>
          </p:cNvPr>
          <p:cNvSpPr txBox="1"/>
          <p:nvPr/>
        </p:nvSpPr>
        <p:spPr>
          <a:xfrm>
            <a:off x="3928407" y="5677518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Turbosina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6F381D4-9F5B-7832-7836-4B983BFEC06E}"/>
              </a:ext>
            </a:extLst>
          </p:cNvPr>
          <p:cNvCxnSpPr>
            <a:cxnSpLocks/>
          </p:cNvCxnSpPr>
          <p:nvPr/>
        </p:nvCxnSpPr>
        <p:spPr>
          <a:xfrm>
            <a:off x="4692759" y="5814699"/>
            <a:ext cx="445312" cy="0"/>
          </a:xfrm>
          <a:prstGeom prst="line">
            <a:avLst/>
          </a:prstGeom>
          <a:ln w="28575">
            <a:solidFill>
              <a:srgbClr val="245C4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3 CuadroTexto">
            <a:extLst>
              <a:ext uri="{FF2B5EF4-FFF2-40B4-BE49-F238E27FC236}">
                <a16:creationId xmlns:a16="http://schemas.microsoft.com/office/drawing/2014/main" id="{F268EC4C-3638-D881-95BD-B5B08C972610}"/>
              </a:ext>
            </a:extLst>
          </p:cNvPr>
          <p:cNvSpPr txBox="1"/>
          <p:nvPr/>
        </p:nvSpPr>
        <p:spPr>
          <a:xfrm>
            <a:off x="5125797" y="5702004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Mensual 2026</a:t>
            </a:r>
          </a:p>
        </p:txBody>
      </p:sp>
      <p:sp>
        <p:nvSpPr>
          <p:cNvPr id="12" name="53 CuadroTexto">
            <a:extLst>
              <a:ext uri="{FF2B5EF4-FFF2-40B4-BE49-F238E27FC236}">
                <a16:creationId xmlns:a16="http://schemas.microsoft.com/office/drawing/2014/main" id="{1F379F6E-E5DD-DD38-DF31-6B6D9D986E5B}"/>
              </a:ext>
            </a:extLst>
          </p:cNvPr>
          <p:cNvSpPr txBox="1"/>
          <p:nvPr/>
        </p:nvSpPr>
        <p:spPr>
          <a:xfrm>
            <a:off x="2096111" y="6087549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latin typeface="Geomanist" panose="02000503000000020004" pitchFamily="50" charset="0"/>
                <a:cs typeface="Arial" pitchFamily="34" charset="0"/>
              </a:rPr>
              <a:t>Fuente:  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BDR (Anuales) Ene-Feb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                </a:t>
            </a:r>
            <a:r>
              <a:rPr lang="es-MX" sz="900" err="1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Podim</a:t>
            </a:r>
            <a:r>
              <a:rPr lang="es-MX" sz="900">
                <a:solidFill>
                  <a:prstClr val="black"/>
                </a:solidFill>
                <a:latin typeface="Geomanist" panose="02000503000000020004" pitchFamily="50" charset="0"/>
                <a:cs typeface="Arial" pitchFamily="34" charset="0"/>
              </a:rPr>
              <a:t>: Mar-Abr</a:t>
            </a:r>
          </a:p>
        </p:txBody>
      </p:sp>
    </p:spTree>
    <p:extLst>
      <p:ext uri="{BB962C8B-B14F-4D97-AF65-F5344CB8AC3E}">
        <p14:creationId xmlns:p14="http://schemas.microsoft.com/office/powerpoint/2010/main" val="6370523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presentacion PPT" id="{8DD56EF3-433A-7844-B01E-20F533D6FE54}" vid="{11DD0624-C78C-5B45-8F44-25D77735DBB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25629d6f-d99c-426b-b181-029178529f59" xsi:nil="true"/>
    <_ip_UnifiedCompliancePolicyProperties xmlns="http://schemas.microsoft.com/sharepoint/v3" xsi:nil="true"/>
    <Consecutivo xmlns="fbd85a49-8337-43cd-99aa-52478dd74a31" xsi:nil="true"/>
    <lcf76f155ced4ddcb4097134ff3c332f xmlns="fbd85a49-8337-43cd-99aa-52478dd74a3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AFDEC228B54C24CAFD31CC6C73614AF" ma:contentTypeVersion="23" ma:contentTypeDescription="Crear nuevo documento." ma:contentTypeScope="" ma:versionID="e66b0a3374a0df906edee11b2d26c386">
  <xsd:schema xmlns:xsd="http://www.w3.org/2001/XMLSchema" xmlns:xs="http://www.w3.org/2001/XMLSchema" xmlns:p="http://schemas.microsoft.com/office/2006/metadata/properties" xmlns:ns1="http://schemas.microsoft.com/sharepoint/v3" xmlns:ns2="fbd85a49-8337-43cd-99aa-52478dd74a31" xmlns:ns3="25629d6f-d99c-426b-b181-029178529f59" targetNamespace="http://schemas.microsoft.com/office/2006/metadata/properties" ma:root="true" ma:fieldsID="6e50c29dc433c4950efe654d022964ca" ns1:_="" ns2:_="" ns3:_="">
    <xsd:import namespace="http://schemas.microsoft.com/sharepoint/v3"/>
    <xsd:import namespace="fbd85a49-8337-43cd-99aa-52478dd74a31"/>
    <xsd:import namespace="25629d6f-d99c-426b-b181-029178529f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Consecutivo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d85a49-8337-43cd-99aa-52478dd74a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Consecutivo" ma:index="20" nillable="true" ma:displayName="Consecutivo" ma:format="Dropdown" ma:internalName="Consecutivo" ma:percentage="FALSE">
      <xsd:simpleType>
        <xsd:restriction base="dms:Number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59a32809-2bed-4e52-b9fc-2832a4cb80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629d6f-d99c-426b-b181-029178529f5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94b4aa-a8b4-4924-b4eb-132013aaabfd}" ma:internalName="TaxCatchAll" ma:showField="CatchAllData" ma:web="25629d6f-d99c-426b-b181-029178529f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9D2984-0E53-47A6-9E68-073DD10331BD}">
  <ds:schemaRefs>
    <ds:schemaRef ds:uri="25629d6f-d99c-426b-b181-029178529f59"/>
    <ds:schemaRef ds:uri="fbd85a49-8337-43cd-99aa-52478dd74a3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BF1F9D6-80EF-4C33-BD08-2527D0162A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8D4F25-CA38-4B04-B43A-215C457129D5}">
  <ds:schemaRefs>
    <ds:schemaRef ds:uri="25629d6f-d99c-426b-b181-029178529f59"/>
    <ds:schemaRef ds:uri="fbd85a49-8337-43cd-99aa-52478dd74a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7a85cbc-91d7-4bc3-bc7f-34262549961f}" enabled="1" method="Standard" siteId="{0fb730e1-89f1-4035-ae89-d327c0f1d87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1991</Words>
  <Application>Microsoft Office PowerPoint</Application>
  <PresentationFormat>Panorámica</PresentationFormat>
  <Paragraphs>649</Paragraphs>
  <Slides>55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4" baseType="lpstr">
      <vt:lpstr>Aptos</vt:lpstr>
      <vt:lpstr>Arial</vt:lpstr>
      <vt:lpstr>Calibri</vt:lpstr>
      <vt:lpstr>Calibri Light</vt:lpstr>
      <vt:lpstr>Geomanist</vt:lpstr>
      <vt:lpstr>Geomanist Bold</vt:lpstr>
      <vt:lpstr>Montserrat</vt:lpstr>
      <vt:lpstr>Noto Sans</vt:lpstr>
      <vt:lpstr>Tema de Office</vt:lpstr>
      <vt:lpstr>Proceso de Crudo y Producciones 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aspecto 16x9</dc:title>
  <dc:creator>GC</dc:creator>
  <cp:lastModifiedBy>Merino Perez Leonardo</cp:lastModifiedBy>
  <cp:revision>7</cp:revision>
  <dcterms:created xsi:type="dcterms:W3CDTF">2024-12-28T21:44:20Z</dcterms:created>
  <dcterms:modified xsi:type="dcterms:W3CDTF">2026-08-25T15:55:38Z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0x0101002AFDEC228B54C24CAFD31CC6C73614AF</vt:lpwstr>
  </property>
  <property fmtid="{D5CDD505-2E9C-101B-9397-08002B2CF9AE}" pid="3" name="MSIP_Label_b7a85cbc-91d7-4bc3-bc7f-34262549961f_Enabled">
    <vt:lpwstr>true</vt:lpwstr>
  </property>
  <property fmtid="{D5CDD505-2E9C-101B-9397-08002B2CF9AE}" pid="4" name="MSIP_Label_b7a85cbc-91d7-4bc3-bc7f-34262549961f_SetDate">
    <vt:lpwstr>2025-01-08T19:03:06Z</vt:lpwstr>
  </property>
  <property fmtid="{D5CDD505-2E9C-101B-9397-08002B2CF9AE}" pid="5" name="MSIP_Label_b7a85cbc-91d7-4bc3-bc7f-34262549961f_Method">
    <vt:lpwstr>Standard</vt:lpwstr>
  </property>
  <property fmtid="{D5CDD505-2E9C-101B-9397-08002B2CF9AE}" pid="6" name="MSIP_Label_b7a85cbc-91d7-4bc3-bc7f-34262549961f_Name">
    <vt:lpwstr>Pública</vt:lpwstr>
  </property>
  <property fmtid="{D5CDD505-2E9C-101B-9397-08002B2CF9AE}" pid="7" name="MSIP_Label_b7a85cbc-91d7-4bc3-bc7f-34262549961f_SiteId">
    <vt:lpwstr>0fb730e1-89f1-4035-ae89-d327c0f1d87b</vt:lpwstr>
  </property>
  <property fmtid="{D5CDD505-2E9C-101B-9397-08002B2CF9AE}" pid="8" name="MSIP_Label_b7a85cbc-91d7-4bc3-bc7f-34262549961f_ActionId">
    <vt:lpwstr>5e7ebf1f-d8a8-430a-8939-5725cb151f69</vt:lpwstr>
  </property>
  <property fmtid="{D5CDD505-2E9C-101B-9397-08002B2CF9AE}" pid="9" name="MSIP_Label_b7a85cbc-91d7-4bc3-bc7f-34262549961f_ContentBits">
    <vt:lpwstr>0</vt:lpwstr>
  </property>
  <property fmtid="{D5CDD505-2E9C-101B-9397-08002B2CF9AE}" pid="10" name="MediaServiceImageTags">
    <vt:lpwstr/>
  </property>
  <property fmtid="{D5CDD505-2E9C-101B-9397-08002B2CF9AE}" pid="11" name="_dlc_DocIdItemGuid">
    <vt:lpwstr>1e419b66-0f31-489b-a5fd-52493f1fe0e5</vt:lpwstr>
  </property>
</Properties>
</file>